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9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1.xml" ContentType="application/vnd.openxmlformats-officedocument.theme+xml"/>
  <Override PartName="/ppt/slideLayouts/_rels/slideLayout54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98.xml.rels" ContentType="application/vnd.openxmlformats-package.relationships+xml"/>
  <Override PartName="/ppt/slideLayouts/slideLayout1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77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51.png" ContentType="image/png"/>
  <Override PartName="/ppt/media/image36.png" ContentType="image/png"/>
  <Override PartName="/ppt/media/image2.png" ContentType="image/png"/>
  <Override PartName="/ppt/media/image52.png" ContentType="image/png"/>
  <Override PartName="/ppt/media/image37.png" ContentType="image/png"/>
  <Override PartName="/ppt/media/image3.png" ContentType="image/png"/>
  <Override PartName="/ppt/media/image38.png" ContentType="image/png"/>
  <Override PartName="/ppt/media/image4.png" ContentType="image/png"/>
  <Override PartName="/ppt/media/image54.png" ContentType="image/png"/>
  <Override PartName="/ppt/media/image39.png" ContentType="image/png"/>
  <Override PartName="/ppt/media/image6.png" ContentType="image/png"/>
  <Override PartName="/ppt/media/image56.png" ContentType="image/png"/>
  <Override PartName="/ppt/media/image21.png" ContentType="image/png"/>
  <Override PartName="/ppt/media/image11.png" ContentType="image/png"/>
  <Override PartName="/ppt/media/image57.png" ContentType="image/png"/>
  <Override PartName="/ppt/media/image7.png" ContentType="image/png"/>
  <Override PartName="/ppt/media/image22.png" ContentType="image/png"/>
  <Override PartName="/ppt/media/image58.png" ContentType="image/png"/>
  <Override PartName="/ppt/media/image8.png" ContentType="image/png"/>
  <Override PartName="/ppt/media/image23.png" ContentType="image/png"/>
  <Override PartName="/ppt/media/image59.png" ContentType="image/png"/>
  <Override PartName="/ppt/media/image9.png" ContentType="image/png"/>
  <Override PartName="/ppt/media/image24.png" ContentType="image/png"/>
  <Override PartName="/ppt/media/image10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6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5.png" ContentType="image/png"/>
  <Override PartName="/ppt/media/image55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25.png" ContentType="image/png"/>
  <Override PartName="/ppt/media/image40.png" ContentType="image/png"/>
  <Override PartName="/ppt/media/image26.png" ContentType="image/png"/>
  <Override PartName="/ppt/media/image15.png" ContentType="image/png"/>
  <Override PartName="/ppt/media/image53.jpeg" ContentType="image/jpeg"/>
  <Override PartName="/ppt/media/image41.png" ContentType="image/png"/>
  <Override PartName="/ppt/media/image27.png" ContentType="image/png"/>
  <Override PartName="/ppt/media/image42.png" ContentType="image/png"/>
  <Override PartName="/ppt/media/image45.png" ContentType="image/png"/>
  <Override PartName="/ppt/media/image46.png" ContentType="image/png"/>
  <Override PartName="/ppt/media/image30.png" ContentType="image/png"/>
  <Override PartName="/ppt/media/image49.png" ContentType="image/png"/>
  <Override PartName="/ppt/media/image47.png" ContentType="image/png"/>
  <Override PartName="/ppt/media/image29.png" ContentType="image/png"/>
  <Override PartName="/ppt/media/image44.png" ContentType="image/png"/>
  <Override PartName="/ppt/media/image35.png" ContentType="image/png"/>
  <Override PartName="/ppt/media/image17.png" ContentType="image/png"/>
  <Override PartName="/ppt/media/image50.png" ContentType="image/png"/>
  <Override PartName="/ppt/media/image48.png" ContentType="image/png"/>
  <Override PartName="/ppt/media/image28.png" ContentType="image/png"/>
  <Override PartName="/ppt/media/image43.png" ContentType="image/png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9144000" cy="5148262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8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9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8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4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0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1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5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0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1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2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5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3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9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0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subTitle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4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7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body"/>
          </p:nvPr>
        </p:nvSpPr>
        <p:spPr>
          <a:xfrm>
            <a:off x="457200" y="2764080"/>
            <a:ext cx="822924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4" name="PlaceHolder 4"/>
          <p:cNvSpPr>
            <a:spLocks noGrp="1"/>
          </p:cNvSpPr>
          <p:nvPr>
            <p:ph type="body"/>
          </p:nvPr>
        </p:nvSpPr>
        <p:spPr>
          <a:xfrm>
            <a:off x="45720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5" name="PlaceHolder 5"/>
          <p:cNvSpPr>
            <a:spLocks noGrp="1"/>
          </p:cNvSpPr>
          <p:nvPr>
            <p:ph type="body"/>
          </p:nvPr>
        </p:nvSpPr>
        <p:spPr>
          <a:xfrm>
            <a:off x="4674240" y="2764080"/>
            <a:ext cx="40158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body"/>
          </p:nvPr>
        </p:nvSpPr>
        <p:spPr>
          <a:xfrm>
            <a:off x="323964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 type="body"/>
          </p:nvPr>
        </p:nvSpPr>
        <p:spPr>
          <a:xfrm>
            <a:off x="6022080" y="120456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0" name="PlaceHolder 5"/>
          <p:cNvSpPr>
            <a:spLocks noGrp="1"/>
          </p:cNvSpPr>
          <p:nvPr>
            <p:ph type="body"/>
          </p:nvPr>
        </p:nvSpPr>
        <p:spPr>
          <a:xfrm>
            <a:off x="45720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1" name="PlaceHolder 6"/>
          <p:cNvSpPr>
            <a:spLocks noGrp="1"/>
          </p:cNvSpPr>
          <p:nvPr>
            <p:ph type="body"/>
          </p:nvPr>
        </p:nvSpPr>
        <p:spPr>
          <a:xfrm>
            <a:off x="323964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2" name="PlaceHolder 7"/>
          <p:cNvSpPr>
            <a:spLocks noGrp="1"/>
          </p:cNvSpPr>
          <p:nvPr>
            <p:ph type="body"/>
          </p:nvPr>
        </p:nvSpPr>
        <p:spPr>
          <a:xfrm>
            <a:off x="6022080" y="2764080"/>
            <a:ext cx="2649600" cy="1423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8.xml"/><Relationship Id="rId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15.xml"/><Relationship Id="rId16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18.xml"/><Relationship Id="rId19" Type="http://schemas.openxmlformats.org/officeDocument/2006/relationships/slideLayout" Target="../slideLayouts/slideLayout119.xml"/><Relationship Id="rId20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124.xml"/><Relationship Id="rId13" Type="http://schemas.openxmlformats.org/officeDocument/2006/relationships/slideLayout" Target="../slideLayouts/slideLayout125.xml"/><Relationship Id="rId14" Type="http://schemas.openxmlformats.org/officeDocument/2006/relationships/slideLayout" Target="../slideLayouts/slideLayout126.xml"/><Relationship Id="rId15" Type="http://schemas.openxmlformats.org/officeDocument/2006/relationships/slideLayout" Target="../slideLayouts/slideLayout127.xml"/><Relationship Id="rId16" Type="http://schemas.openxmlformats.org/officeDocument/2006/relationships/slideLayout" Target="../slideLayouts/slideLayout128.xml"/><Relationship Id="rId17" Type="http://schemas.openxmlformats.org/officeDocument/2006/relationships/slideLayout" Target="../slideLayouts/slideLayout129.xml"/><Relationship Id="rId18" Type="http://schemas.openxmlformats.org/officeDocument/2006/relationships/slideLayout" Target="../slideLayouts/slideLayout130.xml"/><Relationship Id="rId19" Type="http://schemas.openxmlformats.org/officeDocument/2006/relationships/slideLayout" Target="../slideLayouts/slideLayout131.xml"/><Relationship Id="rId20" Type="http://schemas.openxmlformats.org/officeDocument/2006/relationships/slideLayout" Target="../slideLayouts/slideLayout1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 descr=""/>
          <p:cNvPicPr/>
          <p:nvPr/>
        </p:nvPicPr>
        <p:blipFill>
          <a:blip r:embed="rId2"/>
          <a:stretch/>
        </p:blipFill>
        <p:spPr>
          <a:xfrm>
            <a:off x="0" y="0"/>
            <a:ext cx="9141120" cy="5144760"/>
          </a:xfrm>
          <a:prstGeom prst="rect">
            <a:avLst/>
          </a:prstGeom>
          <a:ln w="0">
            <a:noFill/>
          </a:ln>
        </p:spPr>
      </p:pic>
      <p:sp>
        <p:nvSpPr>
          <p:cNvPr id="1" name="CustomShape 1"/>
          <p:cNvSpPr/>
          <p:nvPr/>
        </p:nvSpPr>
        <p:spPr>
          <a:xfrm>
            <a:off x="411840" y="440640"/>
            <a:ext cx="831780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Google Shape;11;p2" descr=""/>
          <p:cNvPicPr/>
          <p:nvPr/>
        </p:nvPicPr>
        <p:blipFill>
          <a:blip r:embed="rId3"/>
          <a:srcRect l="0" t="49850" r="0" b="0"/>
          <a:stretch/>
        </p:blipFill>
        <p:spPr>
          <a:xfrm>
            <a:off x="5452200" y="0"/>
            <a:ext cx="3089520" cy="1549440"/>
          </a:xfrm>
          <a:prstGeom prst="rect">
            <a:avLst/>
          </a:prstGeom>
          <a:ln w="0">
            <a:noFill/>
          </a:ln>
        </p:spPr>
      </p:pic>
      <p:grpSp>
        <p:nvGrpSpPr>
          <p:cNvPr id="3" name="Group 2"/>
          <p:cNvGrpSpPr/>
          <p:nvPr/>
        </p:nvGrpSpPr>
        <p:grpSpPr>
          <a:xfrm>
            <a:off x="223560" y="237960"/>
            <a:ext cx="8706600" cy="4669560"/>
            <a:chOff x="223560" y="237960"/>
            <a:chExt cx="8706600" cy="4669560"/>
          </a:xfrm>
        </p:grpSpPr>
        <p:grpSp>
          <p:nvGrpSpPr>
            <p:cNvPr id="4" name="Group 3"/>
            <p:cNvGrpSpPr/>
            <p:nvPr/>
          </p:nvGrpSpPr>
          <p:grpSpPr>
            <a:xfrm>
              <a:off x="285480" y="792360"/>
              <a:ext cx="3463920" cy="208080"/>
              <a:chOff x="285480" y="792360"/>
              <a:chExt cx="3463920" cy="208080"/>
            </a:xfrm>
          </p:grpSpPr>
          <p:sp>
            <p:nvSpPr>
              <p:cNvPr id="5" name="CustomShape 4"/>
              <p:cNvSpPr/>
              <p:nvPr/>
            </p:nvSpPr>
            <p:spPr>
              <a:xfrm>
                <a:off x="285480" y="1000080"/>
                <a:ext cx="3463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chemeClr val="dk1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CustomShape 5"/>
              <p:cNvSpPr/>
              <p:nvPr/>
            </p:nvSpPr>
            <p:spPr>
              <a:xfrm>
                <a:off x="285480" y="905760"/>
                <a:ext cx="327564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chemeClr val="dk1"/>
                </a:solidFill>
                <a:round/>
                <a:tailEnd len="med" type="diamond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" name="CustomShape 6"/>
              <p:cNvSpPr/>
              <p:nvPr/>
            </p:nvSpPr>
            <p:spPr>
              <a:xfrm>
                <a:off x="285480" y="792360"/>
                <a:ext cx="300564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9525">
                <a:solidFill>
                  <a:schemeClr val="dk1"/>
                </a:solidFill>
                <a:round/>
                <a:tailEnd len="med" type="oval" w="med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8" name="CustomShape 7"/>
            <p:cNvSpPr/>
            <p:nvPr/>
          </p:nvSpPr>
          <p:spPr>
            <a:xfrm>
              <a:off x="223560" y="237960"/>
              <a:ext cx="8706600" cy="4669560"/>
            </a:xfrm>
            <a:prstGeom prst="frame">
              <a:avLst>
                <a:gd name="adj1" fmla="val 1236"/>
              </a:avLst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9" name="Group 8"/>
            <p:cNvGrpSpPr/>
            <p:nvPr/>
          </p:nvGrpSpPr>
          <p:grpSpPr>
            <a:xfrm>
              <a:off x="563040" y="3275280"/>
              <a:ext cx="94680" cy="637200"/>
              <a:chOff x="563040" y="3275280"/>
              <a:chExt cx="94680" cy="637200"/>
            </a:xfrm>
          </p:grpSpPr>
          <p:sp>
            <p:nvSpPr>
              <p:cNvPr id="10" name="CustomShape 9"/>
              <p:cNvSpPr/>
              <p:nvPr/>
            </p:nvSpPr>
            <p:spPr>
              <a:xfrm rot="5400000">
                <a:off x="562680" y="3411000"/>
                <a:ext cx="9432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" name="CustomShape 10"/>
              <p:cNvSpPr/>
              <p:nvPr/>
            </p:nvSpPr>
            <p:spPr>
              <a:xfrm rot="5400000">
                <a:off x="563760" y="3546720"/>
                <a:ext cx="93960" cy="93960"/>
              </a:xfrm>
              <a:prstGeom prst="ellipse">
                <a:avLst/>
              </a:prstGeom>
              <a:solidFill>
                <a:schemeClr val="dk1"/>
              </a:solidFill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" name="CustomShape 11"/>
              <p:cNvSpPr/>
              <p:nvPr/>
            </p:nvSpPr>
            <p:spPr>
              <a:xfrm rot="5400000">
                <a:off x="563760" y="368244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" name="CustomShape 12"/>
              <p:cNvSpPr/>
              <p:nvPr/>
            </p:nvSpPr>
            <p:spPr>
              <a:xfrm rot="5400000">
                <a:off x="563760" y="327528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" name="CustomShape 13"/>
              <p:cNvSpPr/>
              <p:nvPr/>
            </p:nvSpPr>
            <p:spPr>
              <a:xfrm rot="5400000">
                <a:off x="562680" y="3818160"/>
                <a:ext cx="9432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5" name="Group 14"/>
            <p:cNvGrpSpPr/>
            <p:nvPr/>
          </p:nvGrpSpPr>
          <p:grpSpPr>
            <a:xfrm>
              <a:off x="8353800" y="465120"/>
              <a:ext cx="324720" cy="325080"/>
              <a:chOff x="8353800" y="465120"/>
              <a:chExt cx="324720" cy="325080"/>
            </a:xfrm>
          </p:grpSpPr>
          <p:sp>
            <p:nvSpPr>
              <p:cNvPr id="16" name="CustomShape 15"/>
              <p:cNvSpPr/>
              <p:nvPr/>
            </p:nvSpPr>
            <p:spPr>
              <a:xfrm rot="18900000">
                <a:off x="8373240" y="67644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" name="CustomShape 16"/>
              <p:cNvSpPr/>
              <p:nvPr/>
            </p:nvSpPr>
            <p:spPr>
              <a:xfrm rot="18900000">
                <a:off x="8469000" y="58068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" name="CustomShape 17"/>
              <p:cNvSpPr/>
              <p:nvPr/>
            </p:nvSpPr>
            <p:spPr>
              <a:xfrm rot="18900000">
                <a:off x="8565120" y="48456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9" name="Group 18"/>
          <p:cNvGrpSpPr/>
          <p:nvPr/>
        </p:nvGrpSpPr>
        <p:grpSpPr>
          <a:xfrm>
            <a:off x="6165360" y="467280"/>
            <a:ext cx="2975760" cy="2910240"/>
            <a:chOff x="6165360" y="467280"/>
            <a:chExt cx="2975760" cy="2910240"/>
          </a:xfrm>
        </p:grpSpPr>
        <p:grpSp>
          <p:nvGrpSpPr>
            <p:cNvPr id="20" name="Group 19"/>
            <p:cNvGrpSpPr/>
            <p:nvPr/>
          </p:nvGrpSpPr>
          <p:grpSpPr>
            <a:xfrm>
              <a:off x="6165360" y="467280"/>
              <a:ext cx="2839680" cy="2910240"/>
              <a:chOff x="6165360" y="467280"/>
              <a:chExt cx="2839680" cy="2910240"/>
            </a:xfrm>
          </p:grpSpPr>
          <p:pic>
            <p:nvPicPr>
              <p:cNvPr id="21" name="Google Shape;32;p2" descr=""/>
              <p:cNvPicPr/>
              <p:nvPr/>
            </p:nvPicPr>
            <p:blipFill>
              <a:blip r:embed="rId4"/>
              <a:stretch/>
            </p:blipFill>
            <p:spPr>
              <a:xfrm rot="16200000">
                <a:off x="6899040" y="468000"/>
                <a:ext cx="2106720" cy="21049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2" name="Google Shape;33;p2" descr=""/>
              <p:cNvPicPr/>
              <p:nvPr/>
            </p:nvPicPr>
            <p:blipFill>
              <a:blip r:embed="rId5"/>
              <a:stretch/>
            </p:blipFill>
            <p:spPr>
              <a:xfrm flipH="1" rot="16200000">
                <a:off x="6165000" y="567000"/>
                <a:ext cx="1090080" cy="1089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3" name="Google Shape;34;p2" descr=""/>
              <p:cNvPicPr/>
              <p:nvPr/>
            </p:nvPicPr>
            <p:blipFill>
              <a:blip r:embed="rId6">
                <a:alphaModFix amt="48000"/>
              </a:blip>
              <a:stretch/>
            </p:blipFill>
            <p:spPr>
              <a:xfrm flipH="1" rot="16200000">
                <a:off x="7421760" y="2233080"/>
                <a:ext cx="1144800" cy="114372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4" name="CustomShape 20"/>
              <p:cNvSpPr/>
              <p:nvPr/>
            </p:nvSpPr>
            <p:spPr>
              <a:xfrm rot="18900000">
                <a:off x="6543000" y="1490760"/>
                <a:ext cx="330840" cy="330480"/>
              </a:xfrm>
              <a:prstGeom prst="roundRect">
                <a:avLst>
                  <a:gd name="adj" fmla="val 16094"/>
                </a:avLst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25" name="Google Shape;36;p2" descr=""/>
            <p:cNvPicPr/>
            <p:nvPr/>
          </p:nvPicPr>
          <p:blipFill>
            <a:blip r:embed="rId7">
              <a:alphaModFix amt="10000"/>
            </a:blip>
            <a:stretch/>
          </p:blipFill>
          <p:spPr>
            <a:xfrm>
              <a:off x="7997400" y="2046240"/>
              <a:ext cx="1143720" cy="1144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6" name="PlaceHolder 2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38;p3" descr=""/>
          <p:cNvPicPr/>
          <p:nvPr/>
        </p:nvPicPr>
        <p:blipFill>
          <a:blip r:embed="rId2"/>
          <a:stretch/>
        </p:blipFill>
        <p:spPr>
          <a:xfrm>
            <a:off x="0" y="0"/>
            <a:ext cx="9141120" cy="5144760"/>
          </a:xfrm>
          <a:prstGeom prst="rect">
            <a:avLst/>
          </a:prstGeom>
          <a:ln w="0">
            <a:noFill/>
          </a:ln>
        </p:spPr>
      </p:pic>
      <p:pic>
        <p:nvPicPr>
          <p:cNvPr id="65" name="Google Shape;39;p3" descr=""/>
          <p:cNvPicPr/>
          <p:nvPr/>
        </p:nvPicPr>
        <p:blipFill>
          <a:blip r:embed="rId3">
            <a:alphaModFix amt="30000"/>
          </a:blip>
          <a:srcRect l="39412" t="0" r="0" b="0"/>
          <a:stretch/>
        </p:blipFill>
        <p:spPr>
          <a:xfrm rot="5400000">
            <a:off x="2940480" y="-446400"/>
            <a:ext cx="1378800" cy="2275560"/>
          </a:xfrm>
          <a:prstGeom prst="rect">
            <a:avLst/>
          </a:prstGeom>
          <a:ln w="0">
            <a:noFill/>
          </a:ln>
        </p:spPr>
      </p:pic>
      <p:sp>
        <p:nvSpPr>
          <p:cNvPr id="66" name="CustomShape 1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CustomShape 2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8" name="Google Shape;45;p3" descr=""/>
          <p:cNvPicPr/>
          <p:nvPr/>
        </p:nvPicPr>
        <p:blipFill>
          <a:blip r:embed="rId4">
            <a:alphaModFix amt="50000"/>
          </a:blip>
          <a:srcRect l="26336" t="28975" r="29101" b="29604"/>
          <a:stretch/>
        </p:blipFill>
        <p:spPr>
          <a:xfrm>
            <a:off x="4455720" y="4499280"/>
            <a:ext cx="230040" cy="214200"/>
          </a:xfrm>
          <a:prstGeom prst="rect">
            <a:avLst/>
          </a:prstGeom>
          <a:ln w="0">
            <a:noFill/>
          </a:ln>
        </p:spPr>
      </p:pic>
      <p:grpSp>
        <p:nvGrpSpPr>
          <p:cNvPr id="69" name="Group 3"/>
          <p:cNvGrpSpPr/>
          <p:nvPr/>
        </p:nvGrpSpPr>
        <p:grpSpPr>
          <a:xfrm>
            <a:off x="7115400" y="4219200"/>
            <a:ext cx="144000" cy="624240"/>
            <a:chOff x="7115400" y="4219200"/>
            <a:chExt cx="144000" cy="624240"/>
          </a:xfrm>
        </p:grpSpPr>
        <p:sp>
          <p:nvSpPr>
            <p:cNvPr id="70" name="CustomShape 4"/>
            <p:cNvSpPr/>
            <p:nvPr/>
          </p:nvSpPr>
          <p:spPr>
            <a:xfrm rot="16200000">
              <a:off x="6896520" y="4624200"/>
              <a:ext cx="4377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CustomShape 5"/>
            <p:cNvSpPr/>
            <p:nvPr/>
          </p:nvSpPr>
          <p:spPr>
            <a:xfrm rot="16200000">
              <a:off x="6881400" y="4530960"/>
              <a:ext cx="6242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diamond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CustomShape 6"/>
            <p:cNvSpPr/>
            <p:nvPr/>
          </p:nvSpPr>
          <p:spPr>
            <a:xfrm rot="16200000">
              <a:off x="7174080" y="4758120"/>
              <a:ext cx="169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3" name="Group 7"/>
          <p:cNvGrpSpPr/>
          <p:nvPr/>
        </p:nvGrpSpPr>
        <p:grpSpPr>
          <a:xfrm>
            <a:off x="7341120" y="289080"/>
            <a:ext cx="1531080" cy="1576800"/>
            <a:chOff x="7341120" y="289080"/>
            <a:chExt cx="1531080" cy="1576800"/>
          </a:xfrm>
        </p:grpSpPr>
        <p:pic>
          <p:nvPicPr>
            <p:cNvPr id="74" name="Google Shape;51;p3" descr=""/>
            <p:cNvPicPr/>
            <p:nvPr/>
          </p:nvPicPr>
          <p:blipFill>
            <a:blip r:embed="rId5">
              <a:alphaModFix amt="48000"/>
            </a:blip>
            <a:stretch/>
          </p:blipFill>
          <p:spPr>
            <a:xfrm flipH="1" rot="16200000">
              <a:off x="7727760" y="289440"/>
              <a:ext cx="1144800" cy="114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5" name="Group 8"/>
            <p:cNvGrpSpPr/>
            <p:nvPr/>
          </p:nvGrpSpPr>
          <p:grpSpPr>
            <a:xfrm>
              <a:off x="8393400" y="442800"/>
              <a:ext cx="324360" cy="325800"/>
              <a:chOff x="8393400" y="442800"/>
              <a:chExt cx="324360" cy="325800"/>
            </a:xfrm>
          </p:grpSpPr>
          <p:sp>
            <p:nvSpPr>
              <p:cNvPr id="76" name="CustomShape 9"/>
              <p:cNvSpPr/>
              <p:nvPr/>
            </p:nvSpPr>
            <p:spPr>
              <a:xfrm rot="18900000">
                <a:off x="8412840" y="65484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7" name="CustomShape 10"/>
              <p:cNvSpPr/>
              <p:nvPr/>
            </p:nvSpPr>
            <p:spPr>
              <a:xfrm rot="18900000">
                <a:off x="8508600" y="55908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8" name="CustomShape 11"/>
              <p:cNvSpPr/>
              <p:nvPr/>
            </p:nvSpPr>
            <p:spPr>
              <a:xfrm rot="18900000">
                <a:off x="8603640" y="462240"/>
                <a:ext cx="9432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79" name="Google Shape;56;p3" descr=""/>
            <p:cNvPicPr/>
            <p:nvPr/>
          </p:nvPicPr>
          <p:blipFill>
            <a:blip r:embed="rId6"/>
            <a:stretch/>
          </p:blipFill>
          <p:spPr>
            <a:xfrm flipH="1" rot="5400000">
              <a:off x="7340760" y="775800"/>
              <a:ext cx="1090080" cy="1089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0" name="CustomShape 12"/>
            <p:cNvSpPr/>
            <p:nvPr/>
          </p:nvSpPr>
          <p:spPr>
            <a:xfrm rot="8100000">
              <a:off x="7720200" y="609480"/>
              <a:ext cx="330840" cy="330480"/>
            </a:xfrm>
            <a:prstGeom prst="roundRect">
              <a:avLst>
                <a:gd name="adj" fmla="val 16094"/>
              </a:avLst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1" name="PlaceHolder 1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2" name="PlaceHolder 14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66;p5" descr=""/>
          <p:cNvPicPr/>
          <p:nvPr/>
        </p:nvPicPr>
        <p:blipFill>
          <a:blip r:embed="rId2"/>
          <a:stretch/>
        </p:blipFill>
        <p:spPr>
          <a:xfrm rot="10800000">
            <a:off x="2880" y="0"/>
            <a:ext cx="9141120" cy="5144760"/>
          </a:xfrm>
          <a:prstGeom prst="rect">
            <a:avLst/>
          </a:prstGeom>
          <a:ln w="0">
            <a:noFill/>
          </a:ln>
        </p:spPr>
      </p:pic>
      <p:pic>
        <p:nvPicPr>
          <p:cNvPr id="120" name="Google Shape;67;p5" descr=""/>
          <p:cNvPicPr/>
          <p:nvPr/>
        </p:nvPicPr>
        <p:blipFill>
          <a:blip r:embed="rId3">
            <a:alphaModFix amt="60000"/>
          </a:blip>
          <a:srcRect l="0" t="0" r="24747" b="24439"/>
          <a:stretch/>
        </p:blipFill>
        <p:spPr>
          <a:xfrm rot="5400000">
            <a:off x="5400" y="3511080"/>
            <a:ext cx="1630800" cy="1636200"/>
          </a:xfrm>
          <a:prstGeom prst="rect">
            <a:avLst/>
          </a:prstGeom>
          <a:ln w="0">
            <a:noFill/>
          </a:ln>
        </p:spPr>
      </p:pic>
      <p:sp>
        <p:nvSpPr>
          <p:cNvPr id="121" name="CustomShape 1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CustomShape 2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23" name="Google Shape;75;p5" descr=""/>
          <p:cNvPicPr/>
          <p:nvPr/>
        </p:nvPicPr>
        <p:blipFill>
          <a:blip r:embed="rId4"/>
          <a:stretch/>
        </p:blipFill>
        <p:spPr>
          <a:xfrm rot="18898200">
            <a:off x="8278560" y="2541240"/>
            <a:ext cx="520200" cy="520200"/>
          </a:xfrm>
          <a:prstGeom prst="rect">
            <a:avLst/>
          </a:prstGeom>
          <a:ln w="0">
            <a:noFill/>
          </a:ln>
        </p:spPr>
      </p:pic>
      <p:sp>
        <p:nvSpPr>
          <p:cNvPr id="124" name="CustomShape 3"/>
          <p:cNvSpPr/>
          <p:nvPr/>
        </p:nvSpPr>
        <p:spPr>
          <a:xfrm flipH="1">
            <a:off x="556200" y="444960"/>
            <a:ext cx="579600" cy="98280"/>
          </a:xfrm>
          <a:custGeom>
            <a:avLst/>
            <a:gdLst/>
            <a:ahLst/>
            <a:rect l="l" t="t" r="r" b="b"/>
            <a:pathLst>
              <a:path w="23296" h="4046">
                <a:moveTo>
                  <a:pt x="0" y="0"/>
                </a:moveTo>
                <a:lnTo>
                  <a:pt x="6621" y="0"/>
                </a:lnTo>
                <a:lnTo>
                  <a:pt x="10668" y="4046"/>
                </a:lnTo>
                <a:lnTo>
                  <a:pt x="23296" y="4046"/>
                </a:lnTo>
              </a:path>
            </a:pathLst>
          </a:custGeom>
          <a:noFill/>
          <a:ln w="9525">
            <a:solidFill>
              <a:schemeClr val="dk1"/>
            </a:solidFill>
            <a:round/>
            <a:headEnd len="med" type="diamond" w="med"/>
            <a:tailEnd len="med" type="diamond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457200" y="1204560"/>
            <a:ext cx="4015440" cy="2985120"/>
          </a:xfrm>
          <a:prstGeom prst="rect">
            <a:avLst/>
          </a:prstGeom>
        </p:spPr>
        <p:txBody>
          <a:bodyPr lIns="0" rIns="0" tIns="0" bIns="0">
            <a:normAutofit fontScale="97000"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body"/>
          </p:nvPr>
        </p:nvSpPr>
        <p:spPr>
          <a:xfrm>
            <a:off x="4674240" y="1204560"/>
            <a:ext cx="4015440" cy="2985120"/>
          </a:xfrm>
          <a:prstGeom prst="rect">
            <a:avLst/>
          </a:prstGeom>
        </p:spPr>
        <p:txBody>
          <a:bodyPr lIns="0" rIns="0" tIns="0" bIns="0">
            <a:normAutofit fontScale="97000"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84;p7" descr=""/>
          <p:cNvPicPr/>
          <p:nvPr/>
        </p:nvPicPr>
        <p:blipFill>
          <a:blip r:embed="rId2">
            <a:alphaModFix amt="95000"/>
          </a:blip>
          <a:stretch/>
        </p:blipFill>
        <p:spPr>
          <a:xfrm rot="10800000">
            <a:off x="2880" y="0"/>
            <a:ext cx="9141120" cy="5145120"/>
          </a:xfrm>
          <a:prstGeom prst="rect">
            <a:avLst/>
          </a:prstGeom>
          <a:ln w="0">
            <a:noFill/>
          </a:ln>
        </p:spPr>
      </p:pic>
      <p:pic>
        <p:nvPicPr>
          <p:cNvPr id="165" name="Google Shape;85;p7" descr=""/>
          <p:cNvPicPr/>
          <p:nvPr/>
        </p:nvPicPr>
        <p:blipFill>
          <a:blip r:embed="rId3">
            <a:alphaModFix amt="40000"/>
          </a:blip>
          <a:srcRect l="49500" t="0" r="0" b="18218"/>
          <a:stretch/>
        </p:blipFill>
        <p:spPr>
          <a:xfrm rot="5400000">
            <a:off x="275040" y="-272160"/>
            <a:ext cx="858600" cy="1391400"/>
          </a:xfrm>
          <a:prstGeom prst="rect">
            <a:avLst/>
          </a:prstGeom>
          <a:ln w="0">
            <a:noFill/>
          </a:ln>
        </p:spPr>
      </p:pic>
      <p:sp>
        <p:nvSpPr>
          <p:cNvPr id="166" name="CustomShape 1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2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8" name="Google Shape;91;p7" descr=""/>
          <p:cNvPicPr/>
          <p:nvPr/>
        </p:nvPicPr>
        <p:blipFill>
          <a:blip r:embed="rId4">
            <a:alphaModFix amt="50000"/>
          </a:blip>
          <a:stretch/>
        </p:blipFill>
        <p:spPr>
          <a:xfrm>
            <a:off x="7264440" y="317520"/>
            <a:ext cx="1610280" cy="1611720"/>
          </a:xfrm>
          <a:prstGeom prst="rect">
            <a:avLst/>
          </a:prstGeom>
          <a:ln w="0">
            <a:noFill/>
          </a:ln>
        </p:spPr>
      </p:pic>
      <p:sp>
        <p:nvSpPr>
          <p:cNvPr id="169" name="CustomShape 3"/>
          <p:cNvSpPr/>
          <p:nvPr/>
        </p:nvSpPr>
        <p:spPr>
          <a:xfrm>
            <a:off x="1686960" y="4687920"/>
            <a:ext cx="1874880" cy="156960"/>
          </a:xfrm>
          <a:custGeom>
            <a:avLst/>
            <a:gdLst/>
            <a:ahLst/>
            <a:rect l="l" t="t" r="r" b="b"/>
            <a:pathLst>
              <a:path w="75110" h="8779">
                <a:moveTo>
                  <a:pt x="0" y="8779"/>
                </a:moveTo>
                <a:lnTo>
                  <a:pt x="0" y="0"/>
                </a:lnTo>
                <a:lnTo>
                  <a:pt x="75110" y="0"/>
                </a:lnTo>
              </a:path>
            </a:pathLst>
          </a:custGeom>
          <a:noFill/>
          <a:ln w="9525">
            <a:solidFill>
              <a:schemeClr val="dk1"/>
            </a:solidFill>
            <a:round/>
            <a:tailEnd len="med" type="diamond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175;p14" descr=""/>
          <p:cNvPicPr/>
          <p:nvPr/>
        </p:nvPicPr>
        <p:blipFill>
          <a:blip r:embed="rId2">
            <a:alphaModFix amt="95000"/>
          </a:blip>
          <a:stretch/>
        </p:blipFill>
        <p:spPr>
          <a:xfrm rot="10800000">
            <a:off x="2520" y="0"/>
            <a:ext cx="9141480" cy="5145480"/>
          </a:xfrm>
          <a:prstGeom prst="rect">
            <a:avLst/>
          </a:prstGeom>
          <a:ln w="0">
            <a:noFill/>
          </a:ln>
        </p:spPr>
      </p:pic>
      <p:sp>
        <p:nvSpPr>
          <p:cNvPr id="209" name="CustomShape 1"/>
          <p:cNvSpPr/>
          <p:nvPr/>
        </p:nvSpPr>
        <p:spPr>
          <a:xfrm>
            <a:off x="498600" y="440640"/>
            <a:ext cx="8144280" cy="426564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0" name="Google Shape;177;p14" descr=""/>
          <p:cNvPicPr/>
          <p:nvPr/>
        </p:nvPicPr>
        <p:blipFill>
          <a:blip r:embed="rId3">
            <a:alphaModFix amt="40000"/>
          </a:blip>
          <a:srcRect l="15842" t="0" r="0" b="24303"/>
          <a:stretch/>
        </p:blipFill>
        <p:spPr>
          <a:xfrm rot="5400000">
            <a:off x="-46080" y="48600"/>
            <a:ext cx="1003680" cy="901800"/>
          </a:xfrm>
          <a:prstGeom prst="rect">
            <a:avLst/>
          </a:prstGeom>
          <a:ln w="0">
            <a:noFill/>
          </a:ln>
        </p:spPr>
      </p:pic>
      <p:sp>
        <p:nvSpPr>
          <p:cNvPr id="211" name="CustomShape 2"/>
          <p:cNvSpPr/>
          <p:nvPr/>
        </p:nvSpPr>
        <p:spPr>
          <a:xfrm>
            <a:off x="223560" y="237960"/>
            <a:ext cx="8706960" cy="466992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01;p17" descr=""/>
          <p:cNvPicPr/>
          <p:nvPr/>
        </p:nvPicPr>
        <p:blipFill>
          <a:blip r:embed="rId2"/>
          <a:stretch/>
        </p:blipFill>
        <p:spPr>
          <a:xfrm flipH="1">
            <a:off x="2880" y="0"/>
            <a:ext cx="9141120" cy="5145120"/>
          </a:xfrm>
          <a:prstGeom prst="rect">
            <a:avLst/>
          </a:prstGeom>
          <a:ln w="0">
            <a:noFill/>
          </a:ln>
        </p:spPr>
      </p:pic>
      <p:sp>
        <p:nvSpPr>
          <p:cNvPr id="251" name="CustomShape 1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CustomShape 2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53" name="Google Shape;213;p17" descr=""/>
          <p:cNvPicPr/>
          <p:nvPr/>
        </p:nvPicPr>
        <p:blipFill>
          <a:blip r:embed="rId3">
            <a:alphaModFix amt="50000"/>
          </a:blip>
          <a:stretch/>
        </p:blipFill>
        <p:spPr>
          <a:xfrm rot="18898200">
            <a:off x="221760" y="772200"/>
            <a:ext cx="520200" cy="520200"/>
          </a:xfrm>
          <a:prstGeom prst="rect">
            <a:avLst/>
          </a:prstGeom>
          <a:ln w="0">
            <a:noFill/>
          </a:ln>
        </p:spPr>
      </p:pic>
      <p:grpSp>
        <p:nvGrpSpPr>
          <p:cNvPr id="254" name="Group 3"/>
          <p:cNvGrpSpPr/>
          <p:nvPr/>
        </p:nvGrpSpPr>
        <p:grpSpPr>
          <a:xfrm>
            <a:off x="8380440" y="3944880"/>
            <a:ext cx="277920" cy="911520"/>
            <a:chOff x="8380440" y="3944880"/>
            <a:chExt cx="277920" cy="911520"/>
          </a:xfrm>
        </p:grpSpPr>
        <p:sp>
          <p:nvSpPr>
            <p:cNvPr id="255" name="CustomShape 4"/>
            <p:cNvSpPr/>
            <p:nvPr/>
          </p:nvSpPr>
          <p:spPr>
            <a:xfrm rot="5400000">
              <a:off x="8025480" y="4300920"/>
              <a:ext cx="904320" cy="194400"/>
            </a:xfrm>
            <a:custGeom>
              <a:avLst/>
              <a:gdLst/>
              <a:ahLst/>
              <a:rect l="l" t="t" r="r" b="b"/>
              <a:pathLst>
                <a:path w="46002" h="10015">
                  <a:moveTo>
                    <a:pt x="46002" y="10015"/>
                  </a:moveTo>
                  <a:lnTo>
                    <a:pt x="26217" y="10015"/>
                  </a:lnTo>
                  <a:lnTo>
                    <a:pt x="16202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CustomShape 5"/>
            <p:cNvSpPr/>
            <p:nvPr/>
          </p:nvSpPr>
          <p:spPr>
            <a:xfrm rot="5400000">
              <a:off x="8107200" y="4298040"/>
              <a:ext cx="904320" cy="198000"/>
            </a:xfrm>
            <a:custGeom>
              <a:avLst/>
              <a:gdLst/>
              <a:ahLst/>
              <a:rect l="l" t="t" r="r" b="b"/>
              <a:pathLst>
                <a:path w="46002" h="10199">
                  <a:moveTo>
                    <a:pt x="46002" y="10199"/>
                  </a:moveTo>
                  <a:lnTo>
                    <a:pt x="27626" y="10199"/>
                  </a:lnTo>
                  <a:lnTo>
                    <a:pt x="1742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CustomShape 6"/>
            <p:cNvSpPr/>
            <p:nvPr/>
          </p:nvSpPr>
          <p:spPr>
            <a:xfrm rot="16200000">
              <a:off x="8364600" y="4694400"/>
              <a:ext cx="3232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diamond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8" name="PlaceHolder 7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59" name="PlaceHolder 8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187;p16" descr=""/>
          <p:cNvPicPr/>
          <p:nvPr/>
        </p:nvPicPr>
        <p:blipFill>
          <a:blip r:embed="rId2">
            <a:alphaModFix amt="95000"/>
          </a:blip>
          <a:stretch/>
        </p:blipFill>
        <p:spPr>
          <a:xfrm>
            <a:off x="0" y="0"/>
            <a:ext cx="9141120" cy="5145120"/>
          </a:xfrm>
          <a:prstGeom prst="rect">
            <a:avLst/>
          </a:prstGeom>
          <a:ln w="0">
            <a:noFill/>
          </a:ln>
        </p:spPr>
      </p:pic>
      <p:pic>
        <p:nvPicPr>
          <p:cNvPr id="297" name="Google Shape;188;p16" descr=""/>
          <p:cNvPicPr/>
          <p:nvPr/>
        </p:nvPicPr>
        <p:blipFill>
          <a:blip r:embed="rId3">
            <a:alphaModFix amt="40000"/>
          </a:blip>
          <a:srcRect l="0" t="0" r="54074" b="0"/>
          <a:stretch/>
        </p:blipFill>
        <p:spPr>
          <a:xfrm rot="5400000">
            <a:off x="4843440" y="4020840"/>
            <a:ext cx="707040" cy="1541160"/>
          </a:xfrm>
          <a:prstGeom prst="rect">
            <a:avLst/>
          </a:prstGeom>
          <a:ln w="0">
            <a:noFill/>
          </a:ln>
        </p:spPr>
      </p:pic>
      <p:sp>
        <p:nvSpPr>
          <p:cNvPr id="298" name="CustomShape 1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CustomShape 2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CustomShape 3"/>
          <p:cNvSpPr/>
          <p:nvPr/>
        </p:nvSpPr>
        <p:spPr>
          <a:xfrm flipH="1" rot="5400000">
            <a:off x="-183240" y="1224000"/>
            <a:ext cx="1213560" cy="275400"/>
          </a:xfrm>
          <a:custGeom>
            <a:avLst/>
            <a:gdLst/>
            <a:ahLst/>
            <a:rect l="l" t="t" r="r" b="b"/>
            <a:pathLst>
              <a:path w="48619" h="13812">
                <a:moveTo>
                  <a:pt x="48619" y="13812"/>
                </a:moveTo>
                <a:lnTo>
                  <a:pt x="48619" y="7870"/>
                </a:lnTo>
                <a:lnTo>
                  <a:pt x="40749" y="0"/>
                </a:lnTo>
                <a:lnTo>
                  <a:pt x="6048" y="0"/>
                </a:lnTo>
                <a:lnTo>
                  <a:pt x="0" y="6049"/>
                </a:lnTo>
              </a:path>
            </a:pathLst>
          </a:custGeom>
          <a:noFill/>
          <a:ln w="9525">
            <a:solidFill>
              <a:schemeClr val="dk1"/>
            </a:solidFill>
            <a:round/>
            <a:tailEnd len="med" type="oval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301" name="Google Shape;199;p16" descr=""/>
          <p:cNvPicPr/>
          <p:nvPr/>
        </p:nvPicPr>
        <p:blipFill>
          <a:blip r:embed="rId4">
            <a:alphaModFix amt="10000"/>
          </a:blip>
          <a:srcRect l="0" t="0" r="39152" b="0"/>
          <a:stretch/>
        </p:blipFill>
        <p:spPr>
          <a:xfrm>
            <a:off x="8173440" y="292320"/>
            <a:ext cx="694800" cy="1144800"/>
          </a:xfrm>
          <a:prstGeom prst="rect">
            <a:avLst/>
          </a:prstGeom>
          <a:ln w="0">
            <a:noFill/>
          </a:ln>
        </p:spPr>
      </p:pic>
      <p:sp>
        <p:nvSpPr>
          <p:cNvPr id="30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78;p6" descr=""/>
          <p:cNvPicPr/>
          <p:nvPr/>
        </p:nvPicPr>
        <p:blipFill>
          <a:blip r:embed="rId2">
            <a:alphaModFix amt="95000"/>
          </a:blip>
          <a:stretch/>
        </p:blipFill>
        <p:spPr>
          <a:xfrm flipH="1">
            <a:off x="2880" y="0"/>
            <a:ext cx="9141120" cy="5145120"/>
          </a:xfrm>
          <a:prstGeom prst="rect">
            <a:avLst/>
          </a:prstGeom>
          <a:ln w="0">
            <a:noFill/>
          </a:ln>
        </p:spPr>
      </p:pic>
      <p:sp>
        <p:nvSpPr>
          <p:cNvPr id="341" name="CustomShape 1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CustomShape 2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43" name="Google Shape;82;p6" descr=""/>
          <p:cNvPicPr/>
          <p:nvPr/>
        </p:nvPicPr>
        <p:blipFill>
          <a:blip r:embed="rId3">
            <a:alphaModFix amt="60000"/>
          </a:blip>
          <a:srcRect l="25159" t="0" r="0" b="40469"/>
          <a:stretch/>
        </p:blipFill>
        <p:spPr>
          <a:xfrm>
            <a:off x="0" y="3950640"/>
            <a:ext cx="1500840" cy="1194480"/>
          </a:xfrm>
          <a:prstGeom prst="rect">
            <a:avLst/>
          </a:prstGeom>
          <a:ln w="0">
            <a:noFill/>
          </a:ln>
        </p:spPr>
      </p:pic>
      <p:sp>
        <p:nvSpPr>
          <p:cNvPr id="344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241;p19" descr=""/>
          <p:cNvPicPr/>
          <p:nvPr/>
        </p:nvPicPr>
        <p:blipFill>
          <a:blip r:embed="rId2">
            <a:alphaModFix amt="60000"/>
          </a:blip>
          <a:srcRect l="0" t="0" r="18377" b="26081"/>
          <a:stretch/>
        </p:blipFill>
        <p:spPr>
          <a:xfrm>
            <a:off x="7303320" y="3479400"/>
            <a:ext cx="1837800" cy="1665720"/>
          </a:xfrm>
          <a:prstGeom prst="rect">
            <a:avLst/>
          </a:prstGeom>
          <a:ln w="0">
            <a:noFill/>
          </a:ln>
        </p:spPr>
      </p:pic>
      <p:pic>
        <p:nvPicPr>
          <p:cNvPr id="383" name="Google Shape;242;p19" descr=""/>
          <p:cNvPicPr/>
          <p:nvPr/>
        </p:nvPicPr>
        <p:blipFill>
          <a:blip r:embed="rId3"/>
          <a:stretch/>
        </p:blipFill>
        <p:spPr>
          <a:xfrm rot="10800000">
            <a:off x="2880" y="0"/>
            <a:ext cx="9141120" cy="5144760"/>
          </a:xfrm>
          <a:prstGeom prst="rect">
            <a:avLst/>
          </a:prstGeom>
          <a:ln w="0">
            <a:noFill/>
          </a:ln>
        </p:spPr>
      </p:pic>
      <p:sp>
        <p:nvSpPr>
          <p:cNvPr id="384" name="CustomShape 1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5" name="Google Shape;244;p19" descr=""/>
          <p:cNvPicPr/>
          <p:nvPr/>
        </p:nvPicPr>
        <p:blipFill>
          <a:blip r:embed="rId4">
            <a:alphaModFix amt="40000"/>
          </a:blip>
          <a:srcRect l="19925" t="0" r="0" b="0"/>
          <a:stretch/>
        </p:blipFill>
        <p:spPr>
          <a:xfrm rot="5400000">
            <a:off x="4750920" y="-174240"/>
            <a:ext cx="1419480" cy="1771920"/>
          </a:xfrm>
          <a:prstGeom prst="rect">
            <a:avLst/>
          </a:prstGeom>
          <a:ln w="0">
            <a:noFill/>
          </a:ln>
        </p:spPr>
      </p:pic>
      <p:sp>
        <p:nvSpPr>
          <p:cNvPr id="386" name="CustomShape 2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87" name="Google Shape;252;p19" descr=""/>
          <p:cNvPicPr/>
          <p:nvPr/>
        </p:nvPicPr>
        <p:blipFill>
          <a:blip r:embed="rId5">
            <a:alphaModFix amt="48000"/>
          </a:blip>
          <a:stretch/>
        </p:blipFill>
        <p:spPr>
          <a:xfrm flipH="1" rot="16200000">
            <a:off x="7724880" y="303120"/>
            <a:ext cx="1144800" cy="1143720"/>
          </a:xfrm>
          <a:prstGeom prst="rect">
            <a:avLst/>
          </a:prstGeom>
          <a:ln w="0">
            <a:noFill/>
          </a:ln>
        </p:spPr>
      </p:pic>
      <p:grpSp>
        <p:nvGrpSpPr>
          <p:cNvPr id="388" name="Group 3"/>
          <p:cNvGrpSpPr/>
          <p:nvPr/>
        </p:nvGrpSpPr>
        <p:grpSpPr>
          <a:xfrm>
            <a:off x="8396280" y="449280"/>
            <a:ext cx="325080" cy="324000"/>
            <a:chOff x="8396280" y="449280"/>
            <a:chExt cx="325080" cy="324000"/>
          </a:xfrm>
        </p:grpSpPr>
        <p:sp>
          <p:nvSpPr>
            <p:cNvPr id="389" name="CustomShape 4"/>
            <p:cNvSpPr/>
            <p:nvPr/>
          </p:nvSpPr>
          <p:spPr>
            <a:xfrm rot="18900000">
              <a:off x="8415360" y="659520"/>
              <a:ext cx="9432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" name="CustomShape 5"/>
            <p:cNvSpPr/>
            <p:nvPr/>
          </p:nvSpPr>
          <p:spPr>
            <a:xfrm rot="18900000">
              <a:off x="8511840" y="563400"/>
              <a:ext cx="93960" cy="9432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1" name="CustomShape 6"/>
            <p:cNvSpPr/>
            <p:nvPr/>
          </p:nvSpPr>
          <p:spPr>
            <a:xfrm rot="18900000">
              <a:off x="8607960" y="46872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92" name="Group 7"/>
          <p:cNvGrpSpPr/>
          <p:nvPr/>
        </p:nvGrpSpPr>
        <p:grpSpPr>
          <a:xfrm>
            <a:off x="6711120" y="2734200"/>
            <a:ext cx="2169720" cy="2106720"/>
            <a:chOff x="6711120" y="2734200"/>
            <a:chExt cx="2169720" cy="2106720"/>
          </a:xfrm>
        </p:grpSpPr>
        <p:pic>
          <p:nvPicPr>
            <p:cNvPr id="393" name="Google Shape;258;p19" descr=""/>
            <p:cNvPicPr/>
            <p:nvPr/>
          </p:nvPicPr>
          <p:blipFill>
            <a:blip r:embed="rId6"/>
            <a:srcRect l="0" t="0" r="0" b="6802"/>
            <a:stretch/>
          </p:blipFill>
          <p:spPr>
            <a:xfrm rot="16200000">
              <a:off x="6846480" y="2806560"/>
              <a:ext cx="2106720" cy="1961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94" name="CustomShape 8"/>
            <p:cNvSpPr/>
            <p:nvPr/>
          </p:nvSpPr>
          <p:spPr>
            <a:xfrm>
              <a:off x="6711120" y="2922480"/>
              <a:ext cx="1186560" cy="118764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95" name="PlaceHolder 9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6" name="PlaceHolder 10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123;p11" descr=""/>
          <p:cNvPicPr/>
          <p:nvPr/>
        </p:nvPicPr>
        <p:blipFill>
          <a:blip r:embed="rId2"/>
          <a:stretch/>
        </p:blipFill>
        <p:spPr>
          <a:xfrm flipH="1">
            <a:off x="2880" y="0"/>
            <a:ext cx="9141120" cy="5144760"/>
          </a:xfrm>
          <a:prstGeom prst="rect">
            <a:avLst/>
          </a:prstGeom>
          <a:ln w="0">
            <a:noFill/>
          </a:ln>
        </p:spPr>
      </p:pic>
      <p:sp>
        <p:nvSpPr>
          <p:cNvPr id="434" name="CustomShape 1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CustomShape 2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36" name="Google Shape;126;p11" descr=""/>
          <p:cNvPicPr/>
          <p:nvPr/>
        </p:nvPicPr>
        <p:blipFill>
          <a:blip r:embed="rId3">
            <a:alphaModFix amt="60000"/>
          </a:blip>
          <a:srcRect l="0" t="0" r="48544" b="0"/>
          <a:stretch/>
        </p:blipFill>
        <p:spPr>
          <a:xfrm rot="5400000">
            <a:off x="3857400" y="3037680"/>
            <a:ext cx="1431360" cy="2782440"/>
          </a:xfrm>
          <a:prstGeom prst="rect">
            <a:avLst/>
          </a:prstGeom>
          <a:ln w="0">
            <a:noFill/>
          </a:ln>
        </p:spPr>
      </p:pic>
      <p:pic>
        <p:nvPicPr>
          <p:cNvPr id="437" name="Google Shape;127;p11" descr=""/>
          <p:cNvPicPr/>
          <p:nvPr/>
        </p:nvPicPr>
        <p:blipFill>
          <a:blip r:embed="rId4">
            <a:alphaModFix amt="40000"/>
          </a:blip>
          <a:srcRect l="49991" t="0" r="0" b="32586"/>
          <a:stretch/>
        </p:blipFill>
        <p:spPr>
          <a:xfrm rot="5400000">
            <a:off x="234720" y="-224280"/>
            <a:ext cx="1334520" cy="1798560"/>
          </a:xfrm>
          <a:prstGeom prst="rect">
            <a:avLst/>
          </a:prstGeom>
          <a:ln w="0">
            <a:noFill/>
          </a:ln>
        </p:spPr>
      </p:pic>
      <p:pic>
        <p:nvPicPr>
          <p:cNvPr id="438" name="Google Shape;128;p11" descr=""/>
          <p:cNvPicPr/>
          <p:nvPr/>
        </p:nvPicPr>
        <p:blipFill>
          <a:blip r:embed="rId5">
            <a:alphaModFix amt="48000"/>
          </a:blip>
          <a:stretch/>
        </p:blipFill>
        <p:spPr>
          <a:xfrm flipH="1">
            <a:off x="285120" y="306360"/>
            <a:ext cx="1143720" cy="1144800"/>
          </a:xfrm>
          <a:prstGeom prst="rect">
            <a:avLst/>
          </a:prstGeom>
          <a:ln w="0">
            <a:noFill/>
          </a:ln>
        </p:spPr>
      </p:pic>
      <p:grpSp>
        <p:nvGrpSpPr>
          <p:cNvPr id="439" name="Group 3"/>
          <p:cNvGrpSpPr/>
          <p:nvPr/>
        </p:nvGrpSpPr>
        <p:grpSpPr>
          <a:xfrm>
            <a:off x="4255200" y="4513680"/>
            <a:ext cx="636480" cy="93960"/>
            <a:chOff x="4255200" y="4513680"/>
            <a:chExt cx="636480" cy="93960"/>
          </a:xfrm>
        </p:grpSpPr>
        <p:sp>
          <p:nvSpPr>
            <p:cNvPr id="440" name="CustomShape 4"/>
            <p:cNvSpPr/>
            <p:nvPr/>
          </p:nvSpPr>
          <p:spPr>
            <a:xfrm rot="10800000">
              <a:off x="4662000" y="451368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" name="CustomShape 5"/>
            <p:cNvSpPr/>
            <p:nvPr/>
          </p:nvSpPr>
          <p:spPr>
            <a:xfrm rot="10800000">
              <a:off x="4526640" y="4513680"/>
              <a:ext cx="93960" cy="939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CustomShape 6"/>
            <p:cNvSpPr/>
            <p:nvPr/>
          </p:nvSpPr>
          <p:spPr>
            <a:xfrm rot="10800000">
              <a:off x="4390920" y="451368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CustomShape 7"/>
            <p:cNvSpPr/>
            <p:nvPr/>
          </p:nvSpPr>
          <p:spPr>
            <a:xfrm rot="10800000">
              <a:off x="4797720" y="451368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4" name="CustomShape 8"/>
            <p:cNvSpPr/>
            <p:nvPr/>
          </p:nvSpPr>
          <p:spPr>
            <a:xfrm rot="10800000">
              <a:off x="4255200" y="451368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5" name="Group 9"/>
          <p:cNvGrpSpPr/>
          <p:nvPr/>
        </p:nvGrpSpPr>
        <p:grpSpPr>
          <a:xfrm>
            <a:off x="5402880" y="473040"/>
            <a:ext cx="3464280" cy="94680"/>
            <a:chOff x="5402880" y="473040"/>
            <a:chExt cx="3464280" cy="94680"/>
          </a:xfrm>
        </p:grpSpPr>
        <p:sp>
          <p:nvSpPr>
            <p:cNvPr id="446" name="CustomShape 10"/>
            <p:cNvSpPr/>
            <p:nvPr/>
          </p:nvSpPr>
          <p:spPr>
            <a:xfrm flipH="1">
              <a:off x="5402880" y="567360"/>
              <a:ext cx="3463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CustomShape 11"/>
            <p:cNvSpPr/>
            <p:nvPr/>
          </p:nvSpPr>
          <p:spPr>
            <a:xfrm flipH="1">
              <a:off x="5591160" y="473040"/>
              <a:ext cx="32756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diamond" w="med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8" name="Group 12"/>
          <p:cNvGrpSpPr/>
          <p:nvPr/>
        </p:nvGrpSpPr>
        <p:grpSpPr>
          <a:xfrm>
            <a:off x="563040" y="2731680"/>
            <a:ext cx="8156520" cy="2055600"/>
            <a:chOff x="563040" y="2731680"/>
            <a:chExt cx="8156520" cy="2055600"/>
          </a:xfrm>
        </p:grpSpPr>
        <p:grpSp>
          <p:nvGrpSpPr>
            <p:cNvPr id="449" name="Group 13"/>
            <p:cNvGrpSpPr/>
            <p:nvPr/>
          </p:nvGrpSpPr>
          <p:grpSpPr>
            <a:xfrm>
              <a:off x="7102800" y="3214800"/>
              <a:ext cx="1616760" cy="1572480"/>
              <a:chOff x="7102800" y="3214800"/>
              <a:chExt cx="1616760" cy="1572480"/>
            </a:xfrm>
          </p:grpSpPr>
          <p:pic>
            <p:nvPicPr>
              <p:cNvPr id="450" name="Google Shape;142;p11" descr=""/>
              <p:cNvPicPr/>
              <p:nvPr/>
            </p:nvPicPr>
            <p:blipFill>
              <a:blip r:embed="rId6"/>
              <a:stretch/>
            </p:blipFill>
            <p:spPr>
              <a:xfrm>
                <a:off x="7102800" y="3805560"/>
                <a:ext cx="981000" cy="9817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451" name="Google Shape;143;p11" descr=""/>
              <p:cNvPicPr/>
              <p:nvPr/>
            </p:nvPicPr>
            <p:blipFill>
              <a:blip r:embed="rId7"/>
              <a:stretch/>
            </p:blipFill>
            <p:spPr>
              <a:xfrm>
                <a:off x="7253640" y="3214800"/>
                <a:ext cx="1465920" cy="146808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452" name="Google Shape;144;p11" descr=""/>
            <p:cNvPicPr/>
            <p:nvPr/>
          </p:nvPicPr>
          <p:blipFill>
            <a:blip r:embed="rId8"/>
            <a:stretch/>
          </p:blipFill>
          <p:spPr>
            <a:xfrm rot="18898200">
              <a:off x="670680" y="2838960"/>
              <a:ext cx="520200" cy="520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53" name="PlaceHolder 1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4" name="PlaceHolder 15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12a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261;p20" descr=""/>
          <p:cNvPicPr/>
          <p:nvPr/>
        </p:nvPicPr>
        <p:blipFill>
          <a:blip r:embed="rId2">
            <a:alphaModFix amt="95000"/>
          </a:blip>
          <a:stretch/>
        </p:blipFill>
        <p:spPr>
          <a:xfrm flipH="1" rot="10800000">
            <a:off x="0" y="0"/>
            <a:ext cx="9141120" cy="5145120"/>
          </a:xfrm>
          <a:prstGeom prst="rect">
            <a:avLst/>
          </a:prstGeom>
          <a:ln w="0">
            <a:noFill/>
          </a:ln>
        </p:spPr>
      </p:pic>
      <p:sp>
        <p:nvSpPr>
          <p:cNvPr id="492" name="CustomShape 1"/>
          <p:cNvSpPr/>
          <p:nvPr/>
        </p:nvSpPr>
        <p:spPr>
          <a:xfrm>
            <a:off x="498600" y="440640"/>
            <a:ext cx="8143920" cy="4265280"/>
          </a:xfrm>
          <a:prstGeom prst="rect">
            <a:avLst/>
          </a:prstGeom>
          <a:solidFill>
            <a:srgbClr val="191919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3" name="Google Shape;265;p20" descr=""/>
          <p:cNvPicPr/>
          <p:nvPr/>
        </p:nvPicPr>
        <p:blipFill>
          <a:blip r:embed="rId3">
            <a:alphaModFix amt="40000"/>
          </a:blip>
          <a:srcRect l="0" t="0" r="49008" b="0"/>
          <a:stretch/>
        </p:blipFill>
        <p:spPr>
          <a:xfrm rot="5400000">
            <a:off x="6087240" y="2950920"/>
            <a:ext cx="1477440" cy="2898000"/>
          </a:xfrm>
          <a:prstGeom prst="rect">
            <a:avLst/>
          </a:prstGeom>
          <a:ln w="0">
            <a:noFill/>
          </a:ln>
        </p:spPr>
      </p:pic>
      <p:grpSp>
        <p:nvGrpSpPr>
          <p:cNvPr id="494" name="Group 2"/>
          <p:cNvGrpSpPr/>
          <p:nvPr/>
        </p:nvGrpSpPr>
        <p:grpSpPr>
          <a:xfrm>
            <a:off x="5402880" y="435960"/>
            <a:ext cx="3464280" cy="207720"/>
            <a:chOff x="5402880" y="435960"/>
            <a:chExt cx="3464280" cy="207720"/>
          </a:xfrm>
        </p:grpSpPr>
        <p:sp>
          <p:nvSpPr>
            <p:cNvPr id="495" name="CustomShape 3"/>
            <p:cNvSpPr/>
            <p:nvPr/>
          </p:nvSpPr>
          <p:spPr>
            <a:xfrm flipH="1">
              <a:off x="5402880" y="643320"/>
              <a:ext cx="3463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6" name="CustomShape 4"/>
            <p:cNvSpPr/>
            <p:nvPr/>
          </p:nvSpPr>
          <p:spPr>
            <a:xfrm flipH="1">
              <a:off x="5591160" y="549000"/>
              <a:ext cx="32756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diamond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CustomShape 5"/>
            <p:cNvSpPr/>
            <p:nvPr/>
          </p:nvSpPr>
          <p:spPr>
            <a:xfrm flipH="1">
              <a:off x="5861160" y="435960"/>
              <a:ext cx="30056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chemeClr val="dk1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98" name="CustomShape 6"/>
          <p:cNvSpPr/>
          <p:nvPr/>
        </p:nvSpPr>
        <p:spPr>
          <a:xfrm>
            <a:off x="223560" y="237960"/>
            <a:ext cx="8706600" cy="4669560"/>
          </a:xfrm>
          <a:prstGeom prst="frame">
            <a:avLst>
              <a:gd name="adj1" fmla="val 1236"/>
            </a:avLst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CustomShape 7"/>
          <p:cNvSpPr/>
          <p:nvPr/>
        </p:nvSpPr>
        <p:spPr>
          <a:xfrm>
            <a:off x="713160" y="3468240"/>
            <a:ext cx="385560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s-419" sz="1100" spc="-1" strike="noStrike">
                <a:solidFill>
                  <a:srgbClr val="ffffff"/>
                </a:solidFill>
                <a:latin typeface="Open Sans"/>
                <a:ea typeface="Open Sans"/>
              </a:rPr>
              <a:t>CREDITS:</a:t>
            </a:r>
            <a:r>
              <a:rPr b="0" lang="es-419" sz="1100" spc="-1" strike="noStrike">
                <a:solidFill>
                  <a:srgbClr val="ffffff"/>
                </a:solidFill>
                <a:latin typeface="Open Sans"/>
                <a:ea typeface="Open Sans"/>
              </a:rPr>
              <a:t> This presentation template was created by </a:t>
            </a:r>
            <a:r>
              <a:rPr b="1" lang="es-419" sz="1100" spc="-1" strike="noStrike" u="sng">
                <a:solidFill>
                  <a:srgbClr val="ffffff"/>
                </a:solidFill>
                <a:uFillTx/>
                <a:latin typeface="Open Sans"/>
                <a:ea typeface="Open Sans"/>
                <a:hlinkClick r:id="rId4"/>
              </a:rPr>
              <a:t>Slidesgo</a:t>
            </a:r>
            <a:r>
              <a:rPr b="0" lang="es-419" sz="1100" spc="-1" strike="noStrike">
                <a:solidFill>
                  <a:srgbClr val="ffffff"/>
                </a:solidFill>
                <a:latin typeface="Open Sans"/>
                <a:ea typeface="Open Sans"/>
              </a:rPr>
              <a:t>, and includes icons by </a:t>
            </a:r>
            <a:r>
              <a:rPr b="1" lang="es-419" sz="1100" spc="-1" strike="noStrike" u="sng">
                <a:solidFill>
                  <a:srgbClr val="ffffff"/>
                </a:solidFill>
                <a:uFillTx/>
                <a:latin typeface="Open Sans"/>
                <a:ea typeface="Open Sans"/>
                <a:hlinkClick r:id="rId5"/>
              </a:rPr>
              <a:t>Flaticon</a:t>
            </a:r>
            <a:r>
              <a:rPr b="0" lang="es-419" sz="1100" spc="-1" strike="noStrike">
                <a:solidFill>
                  <a:srgbClr val="ffffff"/>
                </a:solidFill>
                <a:latin typeface="Open Sans"/>
                <a:ea typeface="Open Sans"/>
              </a:rPr>
              <a:t>, and infographics &amp; images by </a:t>
            </a:r>
            <a:r>
              <a:rPr b="1" lang="es-419" sz="1100" spc="-1" strike="noStrike" u="sng">
                <a:solidFill>
                  <a:srgbClr val="ffffff"/>
                </a:solidFill>
                <a:uFillTx/>
                <a:latin typeface="Open Sans"/>
                <a:ea typeface="Open Sans"/>
                <a:hlinkClick r:id="rId6"/>
              </a:rPr>
              <a:t>Freepik</a:t>
            </a:r>
            <a:r>
              <a:rPr b="0" lang="es-419" sz="1100" spc="-1" strike="noStrike" u="sng">
                <a:solidFill>
                  <a:srgbClr val="ffffff"/>
                </a:solidFill>
                <a:uFillTx/>
                <a:latin typeface="Open Sans"/>
                <a:ea typeface="Open Sans"/>
              </a:rPr>
              <a:t> </a:t>
            </a:r>
            <a:endParaRPr b="0" lang="en-US" sz="1100" spc="-1" strike="noStrike">
              <a:latin typeface="Arial"/>
            </a:endParaRPr>
          </a:p>
        </p:txBody>
      </p:sp>
      <p:grpSp>
        <p:nvGrpSpPr>
          <p:cNvPr id="500" name="Group 8"/>
          <p:cNvGrpSpPr/>
          <p:nvPr/>
        </p:nvGrpSpPr>
        <p:grpSpPr>
          <a:xfrm>
            <a:off x="6342480" y="1628280"/>
            <a:ext cx="2085480" cy="3105360"/>
            <a:chOff x="6342480" y="1628280"/>
            <a:chExt cx="2085480" cy="3105360"/>
          </a:xfrm>
        </p:grpSpPr>
        <p:grpSp>
          <p:nvGrpSpPr>
            <p:cNvPr id="501" name="Group 9"/>
            <p:cNvGrpSpPr/>
            <p:nvPr/>
          </p:nvGrpSpPr>
          <p:grpSpPr>
            <a:xfrm>
              <a:off x="6342480" y="2646360"/>
              <a:ext cx="2085480" cy="2087280"/>
              <a:chOff x="6342480" y="2646360"/>
              <a:chExt cx="2085480" cy="2087280"/>
            </a:xfrm>
          </p:grpSpPr>
          <p:sp>
            <p:nvSpPr>
              <p:cNvPr id="502" name="CustomShape 10"/>
              <p:cNvSpPr/>
              <p:nvPr/>
            </p:nvSpPr>
            <p:spPr>
              <a:xfrm>
                <a:off x="7202160" y="2646360"/>
                <a:ext cx="1195560" cy="119664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pic>
            <p:nvPicPr>
              <p:cNvPr id="503" name="Google Shape;275;p20" descr=""/>
              <p:cNvPicPr/>
              <p:nvPr/>
            </p:nvPicPr>
            <p:blipFill>
              <a:blip r:embed="rId7"/>
              <a:stretch/>
            </p:blipFill>
            <p:spPr>
              <a:xfrm>
                <a:off x="6342480" y="2646360"/>
                <a:ext cx="2085480" cy="2087280"/>
              </a:xfrm>
              <a:prstGeom prst="rect">
                <a:avLst/>
              </a:prstGeom>
              <a:ln w="0">
                <a:noFill/>
              </a:ln>
            </p:spPr>
          </p:pic>
        </p:grpSp>
        <p:pic>
          <p:nvPicPr>
            <p:cNvPr id="504" name="Google Shape;276;p20" descr=""/>
            <p:cNvPicPr/>
            <p:nvPr/>
          </p:nvPicPr>
          <p:blipFill>
            <a:blip r:embed="rId8"/>
            <a:stretch/>
          </p:blipFill>
          <p:spPr>
            <a:xfrm rot="2701800">
              <a:off x="7799400" y="1735920"/>
              <a:ext cx="520200" cy="520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05" name="PlaceHolder 1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6" name="PlaceHolder 1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8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8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8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8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9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slideLayout" Target="../slideLayouts/slideLayout1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CustomShape 1"/>
          <p:cNvSpPr/>
          <p:nvPr/>
        </p:nvSpPr>
        <p:spPr>
          <a:xfrm>
            <a:off x="941760" y="2038320"/>
            <a:ext cx="5607000" cy="172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3600" spc="-1" strike="noStrike">
                <a:solidFill>
                  <a:srgbClr val="ffffff"/>
                </a:solidFill>
                <a:latin typeface="DM Sans ExtraLight"/>
                <a:ea typeface="DM Sans ExtraLight"/>
              </a:rPr>
              <a:t>Business Logic, simplified</a:t>
            </a:r>
            <a:r>
              <a:rPr b="1" lang="es-419" sz="5500" spc="-1" strike="noStrike">
                <a:solidFill>
                  <a:srgbClr val="ffffff"/>
                </a:solidFill>
                <a:latin typeface="DM Sans"/>
                <a:ea typeface="DM Sans"/>
              </a:rPr>
              <a:t> </a:t>
            </a:r>
            <a:r>
              <a:rPr b="1" lang="es-419" sz="4800" spc="-1" strike="noStrike">
                <a:solidFill>
                  <a:srgbClr val="ffffff"/>
                </a:solidFill>
                <a:latin typeface="DM Sans"/>
                <a:ea typeface="DM Sans"/>
              </a:rPr>
              <a:t>Pitch</a:t>
            </a:r>
            <a:r>
              <a:rPr b="1" lang="es-419" sz="5500" spc="-1" strike="noStrike">
                <a:solidFill>
                  <a:srgbClr val="ffffff"/>
                </a:solidFill>
                <a:latin typeface="DM Sans"/>
                <a:ea typeface="DM Sans"/>
              </a:rPr>
              <a:t> </a:t>
            </a:r>
            <a:endParaRPr b="0" lang="en-US" sz="5500" spc="-1" strike="noStrike">
              <a:latin typeface="Arial"/>
            </a:endParaRPr>
          </a:p>
        </p:txBody>
      </p:sp>
      <p:sp>
        <p:nvSpPr>
          <p:cNvPr id="544" name="CustomShape 2"/>
          <p:cNvSpPr/>
          <p:nvPr/>
        </p:nvSpPr>
        <p:spPr>
          <a:xfrm>
            <a:off x="1044720" y="3825720"/>
            <a:ext cx="3627360" cy="376920"/>
          </a:xfrm>
          <a:prstGeom prst="rect">
            <a:avLst/>
          </a:pr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Business Logic As A Service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545" name="Google Shape;300;p26" descr=""/>
          <p:cNvPicPr/>
          <p:nvPr/>
        </p:nvPicPr>
        <p:blipFill>
          <a:blip r:embed="rId1"/>
          <a:stretch/>
        </p:blipFill>
        <p:spPr>
          <a:xfrm rot="18898200">
            <a:off x="6753960" y="2012040"/>
            <a:ext cx="520200" cy="52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CustomShape 1"/>
          <p:cNvSpPr/>
          <p:nvPr/>
        </p:nvSpPr>
        <p:spPr>
          <a:xfrm>
            <a:off x="3663720" y="2627280"/>
            <a:ext cx="3855960" cy="8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4500" spc="-1" strike="noStrike">
                <a:solidFill>
                  <a:srgbClr val="ffffff"/>
                </a:solidFill>
                <a:latin typeface="DM Sans"/>
                <a:ea typeface="DM Sans"/>
              </a:rPr>
              <a:t>BaaS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547" name="CustomShape 2"/>
          <p:cNvSpPr/>
          <p:nvPr/>
        </p:nvSpPr>
        <p:spPr>
          <a:xfrm>
            <a:off x="3744000" y="1677600"/>
            <a:ext cx="1233000" cy="839520"/>
          </a:xfrm>
          <a:prstGeom prst="rect">
            <a:avLst/>
          </a:pr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6000" spc="-1" strike="noStrike">
                <a:solidFill>
                  <a:srgbClr val="ffffff"/>
                </a:solidFill>
                <a:latin typeface="DM Sans"/>
                <a:ea typeface="DM Sans"/>
              </a:rPr>
              <a:t>01</a:t>
            </a:r>
            <a:endParaRPr b="0" lang="en-US" sz="6000" spc="-1" strike="noStrike">
              <a:latin typeface="Arial"/>
            </a:endParaRPr>
          </a:p>
        </p:txBody>
      </p:sp>
      <p:grpSp>
        <p:nvGrpSpPr>
          <p:cNvPr id="548" name="Group 3"/>
          <p:cNvGrpSpPr/>
          <p:nvPr/>
        </p:nvGrpSpPr>
        <p:grpSpPr>
          <a:xfrm>
            <a:off x="3888000" y="2253960"/>
            <a:ext cx="93960" cy="636480"/>
            <a:chOff x="3888000" y="2253960"/>
            <a:chExt cx="93960" cy="636480"/>
          </a:xfrm>
        </p:grpSpPr>
        <p:sp>
          <p:nvSpPr>
            <p:cNvPr id="549" name="CustomShape 4"/>
            <p:cNvSpPr/>
            <p:nvPr/>
          </p:nvSpPr>
          <p:spPr>
            <a:xfrm rot="5400000">
              <a:off x="3887640" y="2389680"/>
              <a:ext cx="9432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0" name="CustomShape 5"/>
            <p:cNvSpPr/>
            <p:nvPr/>
          </p:nvSpPr>
          <p:spPr>
            <a:xfrm rot="5400000">
              <a:off x="3888000" y="2525400"/>
              <a:ext cx="93960" cy="939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1" name="CustomShape 6"/>
            <p:cNvSpPr/>
            <p:nvPr/>
          </p:nvSpPr>
          <p:spPr>
            <a:xfrm rot="5400000">
              <a:off x="3888000" y="266112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2" name="CustomShape 7"/>
            <p:cNvSpPr/>
            <p:nvPr/>
          </p:nvSpPr>
          <p:spPr>
            <a:xfrm rot="5400000">
              <a:off x="3888000" y="225396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3" name="CustomShape 8"/>
            <p:cNvSpPr/>
            <p:nvPr/>
          </p:nvSpPr>
          <p:spPr>
            <a:xfrm rot="5400000">
              <a:off x="3888000" y="279648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CustomShape 1"/>
          <p:cNvSpPr/>
          <p:nvPr/>
        </p:nvSpPr>
        <p:spPr>
          <a:xfrm>
            <a:off x="4923000" y="2069280"/>
            <a:ext cx="25027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BaaS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5" name="CustomShape 2"/>
          <p:cNvSpPr/>
          <p:nvPr/>
        </p:nvSpPr>
        <p:spPr>
          <a:xfrm>
            <a:off x="720000" y="445320"/>
            <a:ext cx="77011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ffffff"/>
                </a:solidFill>
                <a:latin typeface="DM Sans"/>
                <a:ea typeface="DM Sans"/>
              </a:rPr>
              <a:t>Introduction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56" name="CustomShape 3"/>
          <p:cNvSpPr/>
          <p:nvPr/>
        </p:nvSpPr>
        <p:spPr>
          <a:xfrm>
            <a:off x="4923000" y="2448720"/>
            <a:ext cx="2502720" cy="17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SaaS for business logic.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No Code, Low Code.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7" name="CustomShape 4"/>
          <p:cNvSpPr/>
          <p:nvPr/>
        </p:nvSpPr>
        <p:spPr>
          <a:xfrm>
            <a:off x="1715400" y="2448720"/>
            <a:ext cx="2502720" cy="17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Different,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not typical.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58" name="CustomShape 5"/>
          <p:cNvSpPr/>
          <p:nvPr/>
        </p:nvSpPr>
        <p:spPr>
          <a:xfrm>
            <a:off x="1715400" y="2069280"/>
            <a:ext cx="25027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Miradi plc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9" name="CustomShape 6"/>
          <p:cNvSpPr/>
          <p:nvPr/>
        </p:nvSpPr>
        <p:spPr>
          <a:xfrm>
            <a:off x="1791360" y="142020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CustomShape 7"/>
          <p:cNvSpPr/>
          <p:nvPr/>
        </p:nvSpPr>
        <p:spPr>
          <a:xfrm>
            <a:off x="4999320" y="142020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61" name="Group 8"/>
          <p:cNvGrpSpPr/>
          <p:nvPr/>
        </p:nvGrpSpPr>
        <p:grpSpPr>
          <a:xfrm>
            <a:off x="1924200" y="1531440"/>
            <a:ext cx="304560" cy="347400"/>
            <a:chOff x="1924200" y="1531440"/>
            <a:chExt cx="304560" cy="347400"/>
          </a:xfrm>
        </p:grpSpPr>
        <p:sp>
          <p:nvSpPr>
            <p:cNvPr id="562" name="CustomShape 9"/>
            <p:cNvSpPr/>
            <p:nvPr/>
          </p:nvSpPr>
          <p:spPr>
            <a:xfrm>
              <a:off x="2170080" y="1758960"/>
              <a:ext cx="58680" cy="119880"/>
            </a:xfrm>
            <a:custGeom>
              <a:avLst/>
              <a:gdLst/>
              <a:ahLst/>
              <a:rect l="l" t="t" r="r" b="b"/>
              <a:pathLst>
                <a:path w="2080" h="4159">
                  <a:moveTo>
                    <a:pt x="0" y="0"/>
                  </a:moveTo>
                  <a:lnTo>
                    <a:pt x="0" y="4159"/>
                  </a:lnTo>
                  <a:lnTo>
                    <a:pt x="1733" y="4159"/>
                  </a:lnTo>
                  <a:cubicBezTo>
                    <a:pt x="1922" y="4159"/>
                    <a:pt x="2079" y="4001"/>
                    <a:pt x="2079" y="3812"/>
                  </a:cubicBezTo>
                  <a:lnTo>
                    <a:pt x="2079" y="1733"/>
                  </a:lnTo>
                  <a:cubicBezTo>
                    <a:pt x="2079" y="788"/>
                    <a:pt x="1292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3" name="CustomShape 10"/>
            <p:cNvSpPr/>
            <p:nvPr/>
          </p:nvSpPr>
          <p:spPr>
            <a:xfrm>
              <a:off x="2006280" y="1758960"/>
              <a:ext cx="140400" cy="56880"/>
            </a:xfrm>
            <a:custGeom>
              <a:avLst/>
              <a:gdLst/>
              <a:ahLst/>
              <a:rect l="l" t="t" r="r" b="b"/>
              <a:pathLst>
                <a:path w="4852" h="2025">
                  <a:moveTo>
                    <a:pt x="0" y="0"/>
                  </a:moveTo>
                  <a:lnTo>
                    <a:pt x="0" y="1481"/>
                  </a:lnTo>
                  <a:cubicBezTo>
                    <a:pt x="772" y="1843"/>
                    <a:pt x="1599" y="2024"/>
                    <a:pt x="2426" y="2024"/>
                  </a:cubicBezTo>
                  <a:cubicBezTo>
                    <a:pt x="3253" y="2024"/>
                    <a:pt x="4080" y="1843"/>
                    <a:pt x="4852" y="1481"/>
                  </a:cubicBezTo>
                  <a:lnTo>
                    <a:pt x="4852" y="0"/>
                  </a:lnTo>
                  <a:lnTo>
                    <a:pt x="4789" y="0"/>
                  </a:lnTo>
                  <a:cubicBezTo>
                    <a:pt x="4348" y="410"/>
                    <a:pt x="3781" y="693"/>
                    <a:pt x="3119" y="693"/>
                  </a:cubicBezTo>
                  <a:lnTo>
                    <a:pt x="1733" y="693"/>
                  </a:lnTo>
                  <a:cubicBezTo>
                    <a:pt x="1071" y="693"/>
                    <a:pt x="473" y="410"/>
                    <a:pt x="3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4" name="CustomShape 11"/>
            <p:cNvSpPr/>
            <p:nvPr/>
          </p:nvSpPr>
          <p:spPr>
            <a:xfrm>
              <a:off x="2006280" y="1824840"/>
              <a:ext cx="140400" cy="54000"/>
            </a:xfrm>
            <a:custGeom>
              <a:avLst/>
              <a:gdLst/>
              <a:ahLst/>
              <a:rect l="l" t="t" r="r" b="b"/>
              <a:pathLst>
                <a:path w="4852" h="1922">
                  <a:moveTo>
                    <a:pt x="0" y="0"/>
                  </a:moveTo>
                  <a:lnTo>
                    <a:pt x="0" y="1922"/>
                  </a:lnTo>
                  <a:lnTo>
                    <a:pt x="4852" y="1922"/>
                  </a:lnTo>
                  <a:lnTo>
                    <a:pt x="4852" y="0"/>
                  </a:lnTo>
                  <a:cubicBezTo>
                    <a:pt x="4080" y="315"/>
                    <a:pt x="3253" y="473"/>
                    <a:pt x="2426" y="473"/>
                  </a:cubicBezTo>
                  <a:cubicBezTo>
                    <a:pt x="1599" y="473"/>
                    <a:pt x="772" y="3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CustomShape 12"/>
            <p:cNvSpPr/>
            <p:nvPr/>
          </p:nvSpPr>
          <p:spPr>
            <a:xfrm>
              <a:off x="1924200" y="1757880"/>
              <a:ext cx="58680" cy="120960"/>
            </a:xfrm>
            <a:custGeom>
              <a:avLst/>
              <a:gdLst/>
              <a:ahLst/>
              <a:rect l="l" t="t" r="r" b="b"/>
              <a:pathLst>
                <a:path w="2081" h="4191">
                  <a:moveTo>
                    <a:pt x="1734" y="1"/>
                  </a:moveTo>
                  <a:cubicBezTo>
                    <a:pt x="757" y="32"/>
                    <a:pt x="1" y="757"/>
                    <a:pt x="1" y="1765"/>
                  </a:cubicBezTo>
                  <a:lnTo>
                    <a:pt x="1" y="3844"/>
                  </a:lnTo>
                  <a:cubicBezTo>
                    <a:pt x="1" y="4033"/>
                    <a:pt x="158" y="4191"/>
                    <a:pt x="379" y="4191"/>
                  </a:cubicBezTo>
                  <a:lnTo>
                    <a:pt x="2080" y="4191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CustomShape 13"/>
            <p:cNvSpPr/>
            <p:nvPr/>
          </p:nvSpPr>
          <p:spPr>
            <a:xfrm>
              <a:off x="2015280" y="1633680"/>
              <a:ext cx="119880" cy="122400"/>
            </a:xfrm>
            <a:custGeom>
              <a:avLst/>
              <a:gdLst/>
              <a:ahLst/>
              <a:rect l="l" t="t" r="r" b="b"/>
              <a:pathLst>
                <a:path w="4159" h="4223">
                  <a:moveTo>
                    <a:pt x="2080" y="1"/>
                  </a:moveTo>
                  <a:cubicBezTo>
                    <a:pt x="1765" y="442"/>
                    <a:pt x="1260" y="694"/>
                    <a:pt x="693" y="694"/>
                  </a:cubicBezTo>
                  <a:lnTo>
                    <a:pt x="0" y="694"/>
                  </a:lnTo>
                  <a:lnTo>
                    <a:pt x="0" y="3498"/>
                  </a:lnTo>
                  <a:cubicBezTo>
                    <a:pt x="347" y="3939"/>
                    <a:pt x="851" y="4222"/>
                    <a:pt x="1418" y="4222"/>
                  </a:cubicBezTo>
                  <a:lnTo>
                    <a:pt x="2804" y="4222"/>
                  </a:lnTo>
                  <a:cubicBezTo>
                    <a:pt x="3340" y="4222"/>
                    <a:pt x="3844" y="3939"/>
                    <a:pt x="4159" y="3498"/>
                  </a:cubicBezTo>
                  <a:lnTo>
                    <a:pt x="4159" y="694"/>
                  </a:lnTo>
                  <a:lnTo>
                    <a:pt x="3466" y="694"/>
                  </a:lnTo>
                  <a:cubicBezTo>
                    <a:pt x="2899" y="694"/>
                    <a:pt x="2395" y="442"/>
                    <a:pt x="208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CustomShape 14"/>
            <p:cNvSpPr/>
            <p:nvPr/>
          </p:nvSpPr>
          <p:spPr>
            <a:xfrm>
              <a:off x="1963440" y="1531440"/>
              <a:ext cx="222480" cy="203040"/>
            </a:xfrm>
            <a:custGeom>
              <a:avLst/>
              <a:gdLst/>
              <a:ahLst/>
              <a:rect l="l" t="t" r="r" b="b"/>
              <a:pathLst>
                <a:path w="7626" h="6964">
                  <a:moveTo>
                    <a:pt x="3813" y="1"/>
                  </a:moveTo>
                  <a:cubicBezTo>
                    <a:pt x="1734" y="1"/>
                    <a:pt x="1" y="1702"/>
                    <a:pt x="1" y="3813"/>
                  </a:cubicBezTo>
                  <a:lnTo>
                    <a:pt x="1" y="5955"/>
                  </a:lnTo>
                  <a:lnTo>
                    <a:pt x="64" y="5955"/>
                  </a:lnTo>
                  <a:cubicBezTo>
                    <a:pt x="64" y="6522"/>
                    <a:pt x="537" y="6964"/>
                    <a:pt x="1104" y="6964"/>
                  </a:cubicBezTo>
                  <a:lnTo>
                    <a:pt x="1104" y="3813"/>
                  </a:lnTo>
                  <a:cubicBezTo>
                    <a:pt x="1104" y="3624"/>
                    <a:pt x="1261" y="3467"/>
                    <a:pt x="1450" y="3467"/>
                  </a:cubicBezTo>
                  <a:lnTo>
                    <a:pt x="2458" y="3467"/>
                  </a:lnTo>
                  <a:cubicBezTo>
                    <a:pt x="3057" y="3467"/>
                    <a:pt x="3498" y="2994"/>
                    <a:pt x="3498" y="2427"/>
                  </a:cubicBezTo>
                  <a:lnTo>
                    <a:pt x="3498" y="1734"/>
                  </a:lnTo>
                  <a:cubicBezTo>
                    <a:pt x="3498" y="1545"/>
                    <a:pt x="3656" y="1387"/>
                    <a:pt x="3845" y="1387"/>
                  </a:cubicBezTo>
                  <a:cubicBezTo>
                    <a:pt x="4034" y="1387"/>
                    <a:pt x="4191" y="1545"/>
                    <a:pt x="4191" y="1734"/>
                  </a:cubicBezTo>
                  <a:lnTo>
                    <a:pt x="4191" y="2427"/>
                  </a:lnTo>
                  <a:cubicBezTo>
                    <a:pt x="4191" y="3025"/>
                    <a:pt x="4664" y="3467"/>
                    <a:pt x="5231" y="3467"/>
                  </a:cubicBezTo>
                  <a:lnTo>
                    <a:pt x="6239" y="3467"/>
                  </a:lnTo>
                  <a:cubicBezTo>
                    <a:pt x="6459" y="3467"/>
                    <a:pt x="6617" y="3624"/>
                    <a:pt x="6617" y="3813"/>
                  </a:cubicBezTo>
                  <a:lnTo>
                    <a:pt x="6617" y="6964"/>
                  </a:lnTo>
                  <a:cubicBezTo>
                    <a:pt x="7184" y="6964"/>
                    <a:pt x="7625" y="6491"/>
                    <a:pt x="7625" y="5955"/>
                  </a:cubicBezTo>
                  <a:lnTo>
                    <a:pt x="7625" y="3813"/>
                  </a:lnTo>
                  <a:cubicBezTo>
                    <a:pt x="7625" y="1734"/>
                    <a:pt x="5924" y="1"/>
                    <a:pt x="38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8" name="Group 15"/>
          <p:cNvGrpSpPr/>
          <p:nvPr/>
        </p:nvGrpSpPr>
        <p:grpSpPr>
          <a:xfrm>
            <a:off x="5110560" y="1531440"/>
            <a:ext cx="347400" cy="347400"/>
            <a:chOff x="5110560" y="1531440"/>
            <a:chExt cx="347400" cy="347400"/>
          </a:xfrm>
        </p:grpSpPr>
        <p:sp>
          <p:nvSpPr>
            <p:cNvPr id="569" name="CustomShape 16"/>
            <p:cNvSpPr/>
            <p:nvPr/>
          </p:nvSpPr>
          <p:spPr>
            <a:xfrm>
              <a:off x="5243760" y="1664640"/>
              <a:ext cx="79200" cy="78120"/>
            </a:xfrm>
            <a:custGeom>
              <a:avLst/>
              <a:gdLst/>
              <a:ahLst/>
              <a:rect l="l" t="t" r="r" b="b"/>
              <a:pathLst>
                <a:path w="2774" h="2742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CustomShape 17"/>
            <p:cNvSpPr/>
            <p:nvPr/>
          </p:nvSpPr>
          <p:spPr>
            <a:xfrm>
              <a:off x="5150520" y="1531440"/>
              <a:ext cx="99720" cy="99720"/>
            </a:xfrm>
            <a:custGeom>
              <a:avLst/>
              <a:gdLst/>
              <a:ahLst/>
              <a:rect l="l" t="t" r="r" b="b"/>
              <a:pathLst>
                <a:path w="3466" h="3467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CustomShape 18"/>
            <p:cNvSpPr/>
            <p:nvPr/>
          </p:nvSpPr>
          <p:spPr>
            <a:xfrm>
              <a:off x="5315400" y="1531440"/>
              <a:ext cx="99720" cy="99720"/>
            </a:xfrm>
            <a:custGeom>
              <a:avLst/>
              <a:gdLst/>
              <a:ahLst/>
              <a:rect l="l" t="t" r="r" b="b"/>
              <a:pathLst>
                <a:path w="3467" h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CustomShape 19"/>
            <p:cNvSpPr/>
            <p:nvPr/>
          </p:nvSpPr>
          <p:spPr>
            <a:xfrm>
              <a:off x="5258520" y="1761840"/>
              <a:ext cx="46440" cy="27000"/>
            </a:xfrm>
            <a:custGeom>
              <a:avLst/>
              <a:gdLst/>
              <a:ahLst/>
              <a:rect l="l" t="t" r="r" b="b"/>
              <a:pathLst>
                <a:path w="1671" h="1009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3" name="CustomShape 20"/>
            <p:cNvSpPr/>
            <p:nvPr/>
          </p:nvSpPr>
          <p:spPr>
            <a:xfrm>
              <a:off x="5192640" y="1755000"/>
              <a:ext cx="79920" cy="122760"/>
            </a:xfrm>
            <a:custGeom>
              <a:avLst/>
              <a:gdLst/>
              <a:ahLst/>
              <a:rect l="l" t="t" r="r" b="b"/>
              <a:pathLst>
                <a:path w="2805" h="4254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CustomShape 21"/>
            <p:cNvSpPr/>
            <p:nvPr/>
          </p:nvSpPr>
          <p:spPr>
            <a:xfrm>
              <a:off x="5294880" y="1756080"/>
              <a:ext cx="79920" cy="122760"/>
            </a:xfrm>
            <a:custGeom>
              <a:avLst/>
              <a:gdLst/>
              <a:ahLst/>
              <a:rect l="l" t="t" r="r" b="b"/>
              <a:pathLst>
                <a:path w="2805" h="4254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5" name="CustomShape 22"/>
            <p:cNvSpPr/>
            <p:nvPr/>
          </p:nvSpPr>
          <p:spPr>
            <a:xfrm>
              <a:off x="5297760" y="1630080"/>
              <a:ext cx="160200" cy="126000"/>
            </a:xfrm>
            <a:custGeom>
              <a:avLst/>
              <a:gdLst/>
              <a:ahLst/>
              <a:rect l="l" t="t" r="r" b="b"/>
              <a:pathLst>
                <a:path w="5514" h="4348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6" name="CustomShape 23"/>
            <p:cNvSpPr/>
            <p:nvPr/>
          </p:nvSpPr>
          <p:spPr>
            <a:xfrm>
              <a:off x="5110560" y="1629000"/>
              <a:ext cx="158040" cy="126000"/>
            </a:xfrm>
            <a:custGeom>
              <a:avLst/>
              <a:gdLst/>
              <a:ahLst/>
              <a:rect l="l" t="t" r="r" b="b"/>
              <a:pathLst>
                <a:path w="5451" h="4349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roup 1"/>
          <p:cNvGrpSpPr/>
          <p:nvPr/>
        </p:nvGrpSpPr>
        <p:grpSpPr>
          <a:xfrm>
            <a:off x="7839000" y="3514680"/>
            <a:ext cx="1089720" cy="1325880"/>
            <a:chOff x="7839000" y="3514680"/>
            <a:chExt cx="1089720" cy="1325880"/>
          </a:xfrm>
        </p:grpSpPr>
        <p:pic>
          <p:nvPicPr>
            <p:cNvPr id="578" name="Google Shape;337;p29_0" descr=""/>
            <p:cNvPicPr/>
            <p:nvPr/>
          </p:nvPicPr>
          <p:blipFill>
            <a:blip r:embed="rId1"/>
            <a:stretch/>
          </p:blipFill>
          <p:spPr>
            <a:xfrm flipH="1" rot="16200000">
              <a:off x="7838640" y="3514680"/>
              <a:ext cx="1090080" cy="1089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79" name="CustomShape 2"/>
            <p:cNvSpPr/>
            <p:nvPr/>
          </p:nvSpPr>
          <p:spPr>
            <a:xfrm rot="18900000">
              <a:off x="8215920" y="4441320"/>
              <a:ext cx="330840" cy="330480"/>
            </a:xfrm>
            <a:prstGeom prst="roundRect">
              <a:avLst>
                <a:gd name="adj" fmla="val 16094"/>
              </a:avLst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0" name="CustomShape 3"/>
          <p:cNvSpPr/>
          <p:nvPr/>
        </p:nvSpPr>
        <p:spPr>
          <a:xfrm>
            <a:off x="806040" y="1065600"/>
            <a:ext cx="42919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ffffff"/>
                </a:solidFill>
                <a:latin typeface="DM Sans"/>
                <a:ea typeface="DM Sans"/>
              </a:rPr>
              <a:t>Scattered Logic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81" name="CustomShape 4"/>
          <p:cNvSpPr/>
          <p:nvPr/>
        </p:nvSpPr>
        <p:spPr>
          <a:xfrm>
            <a:off x="806040" y="1781640"/>
            <a:ext cx="4449960" cy="22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Big boss. Can you </a:t>
            </a:r>
            <a:r>
              <a:rPr b="0" lang="es-419" sz="1200" spc="-1" strike="noStrike" u="sng">
                <a:solidFill>
                  <a:srgbClr val="ffffff"/>
                </a:solidFill>
                <a:uFillTx/>
                <a:latin typeface="Open Sans"/>
                <a:ea typeface="Open Sans"/>
              </a:rPr>
              <a:t>trace</a:t>
            </a: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, </a:t>
            </a:r>
            <a:r>
              <a:rPr b="0" lang="es-419" sz="1200" spc="-1" strike="noStrike" u="sng">
                <a:solidFill>
                  <a:srgbClr val="ffffff"/>
                </a:solidFill>
                <a:uFillTx/>
                <a:latin typeface="Open Sans"/>
                <a:ea typeface="Open Sans"/>
              </a:rPr>
              <a:t>explain</a:t>
            </a: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, </a:t>
            </a:r>
            <a:r>
              <a:rPr b="0" lang="es-419" sz="1200" spc="-1" strike="noStrike" u="sng">
                <a:solidFill>
                  <a:srgbClr val="ffffff"/>
                </a:solidFill>
                <a:uFillTx/>
                <a:latin typeface="Open Sans"/>
                <a:ea typeface="Open Sans"/>
              </a:rPr>
              <a:t>update</a:t>
            </a: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 the </a:t>
            </a:r>
            <a:r>
              <a:rPr b="1" lang="es-419" sz="1400" spc="-1" strike="noStrike">
                <a:solidFill>
                  <a:srgbClr val="ffffff"/>
                </a:solidFill>
                <a:latin typeface="Open Sans"/>
                <a:ea typeface="Open Sans"/>
              </a:rPr>
              <a:t>business logic</a:t>
            </a: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 of your system, on demand :-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302040">
              <a:lnSpc>
                <a:spcPct val="100000"/>
              </a:lnSpc>
              <a:buClr>
                <a:srgbClr val="ffffff"/>
              </a:buClr>
              <a:buFont typeface="Open Sans Light"/>
              <a:buChar char="●"/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Without checking code ?</a:t>
            </a:r>
            <a:endParaRPr b="0" lang="en-US" sz="1200" spc="-1" strike="noStrike">
              <a:latin typeface="Arial"/>
            </a:endParaRPr>
          </a:p>
          <a:p>
            <a:pPr marL="457200" indent="-302040">
              <a:lnSpc>
                <a:spcPct val="100000"/>
              </a:lnSpc>
              <a:buClr>
                <a:srgbClr val="ffffff"/>
              </a:buClr>
              <a:buFont typeface="Open Sans Light"/>
              <a:buChar char="●"/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Without the vendor ?</a:t>
            </a:r>
            <a:endParaRPr b="0" lang="en-US" sz="1200" spc="-1" strike="noStrike">
              <a:latin typeface="Arial"/>
            </a:endParaRPr>
          </a:p>
          <a:p>
            <a:pPr marL="457200" indent="-302040">
              <a:lnSpc>
                <a:spcPct val="100000"/>
              </a:lnSpc>
              <a:buClr>
                <a:srgbClr val="ffffff"/>
              </a:buClr>
              <a:buFont typeface="Open Sans Light"/>
              <a:buChar char="●"/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While explaining each step in the computation ?</a:t>
            </a:r>
            <a:endParaRPr b="0" lang="en-US" sz="1200" spc="-1" strike="noStrike">
              <a:latin typeface="Arial"/>
            </a:endParaRPr>
          </a:p>
          <a:p>
            <a:pPr marL="457200" indent="-302040">
              <a:lnSpc>
                <a:spcPct val="100000"/>
              </a:lnSpc>
              <a:buClr>
                <a:srgbClr val="ffffff"/>
              </a:buClr>
              <a:buFont typeface="Open Sans Light"/>
              <a:buChar char="●"/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From the comfort of your home or on vacation  ?</a:t>
            </a: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THE TRUTH: You cannot, yet. Even the implementer is always forced to consult the code !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582" name="Google Shape;342;p29_0" descr=""/>
          <p:cNvPicPr/>
          <p:nvPr/>
        </p:nvPicPr>
        <p:blipFill>
          <a:blip r:embed="rId2">
            <a:alphaModFix amt="70000"/>
          </a:blip>
          <a:stretch/>
        </p:blipFill>
        <p:spPr>
          <a:xfrm rot="8098200">
            <a:off x="5166720" y="2312640"/>
            <a:ext cx="520200" cy="52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97;p40_0" descr=""/>
          <p:cNvPicPr/>
          <p:nvPr/>
        </p:nvPicPr>
        <p:blipFill>
          <a:blip r:embed="rId1">
            <a:alphaModFix amt="50000"/>
          </a:blip>
          <a:stretch/>
        </p:blipFill>
        <p:spPr>
          <a:xfrm flipH="1" rot="5400000">
            <a:off x="7952400" y="3931920"/>
            <a:ext cx="924480" cy="923760"/>
          </a:xfrm>
          <a:prstGeom prst="rect">
            <a:avLst/>
          </a:prstGeom>
          <a:ln w="0">
            <a:noFill/>
          </a:ln>
        </p:spPr>
      </p:pic>
      <p:sp>
        <p:nvSpPr>
          <p:cNvPr id="584" name="CustomShape 1"/>
          <p:cNvSpPr/>
          <p:nvPr/>
        </p:nvSpPr>
        <p:spPr>
          <a:xfrm>
            <a:off x="720000" y="445320"/>
            <a:ext cx="770148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ffffff"/>
                </a:solidFill>
                <a:latin typeface="DM Sans"/>
                <a:ea typeface="DM Sans"/>
              </a:rPr>
              <a:t>...solution...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85" name="CustomShape 2"/>
          <p:cNvSpPr/>
          <p:nvPr/>
        </p:nvSpPr>
        <p:spPr>
          <a:xfrm>
            <a:off x="2258280" y="1862280"/>
            <a:ext cx="430560" cy="322560"/>
          </a:xfrm>
          <a:prstGeom prst="rect">
            <a:avLst/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ffffff"/>
                </a:solidFill>
                <a:latin typeface="DM Sans"/>
                <a:ea typeface="DM Sans"/>
              </a:rPr>
              <a:t>01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6" name="CustomShape 3"/>
          <p:cNvSpPr/>
          <p:nvPr/>
        </p:nvSpPr>
        <p:spPr>
          <a:xfrm flipH="1">
            <a:off x="1557720" y="2513160"/>
            <a:ext cx="182628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Define </a:t>
            </a:r>
            <a:r>
              <a:rPr b="1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business logic </a:t>
            </a: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without programming knowledge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7" name="CustomShape 4"/>
          <p:cNvSpPr/>
          <p:nvPr/>
        </p:nvSpPr>
        <p:spPr>
          <a:xfrm flipH="1">
            <a:off x="3521520" y="2513160"/>
            <a:ext cx="182628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Let business / analysts manage the </a:t>
            </a:r>
            <a:r>
              <a:rPr b="1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business logic </a:t>
            </a: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using a simple UI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8" name="CustomShape 5"/>
          <p:cNvSpPr/>
          <p:nvPr/>
        </p:nvSpPr>
        <p:spPr>
          <a:xfrm flipH="1">
            <a:off x="5485680" y="2513160"/>
            <a:ext cx="182628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Core system(s) consult </a:t>
            </a:r>
            <a:r>
              <a:rPr b="1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business logic</a:t>
            </a: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 via one API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9" name="CustomShape 6"/>
          <p:cNvSpPr/>
          <p:nvPr/>
        </p:nvSpPr>
        <p:spPr>
          <a:xfrm>
            <a:off x="2691720" y="2025000"/>
            <a:ext cx="1528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0" name="CustomShape 7"/>
          <p:cNvSpPr/>
          <p:nvPr/>
        </p:nvSpPr>
        <p:spPr>
          <a:xfrm>
            <a:off x="4655520" y="2025000"/>
            <a:ext cx="1528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CustomShape 8"/>
          <p:cNvSpPr/>
          <p:nvPr/>
        </p:nvSpPr>
        <p:spPr>
          <a:xfrm>
            <a:off x="2475000" y="2187000"/>
            <a:ext cx="360" cy="32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CustomShape 9"/>
          <p:cNvSpPr/>
          <p:nvPr/>
        </p:nvSpPr>
        <p:spPr>
          <a:xfrm>
            <a:off x="4438800" y="2187000"/>
            <a:ext cx="360" cy="32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3" name="CustomShape 10"/>
          <p:cNvSpPr/>
          <p:nvPr/>
        </p:nvSpPr>
        <p:spPr>
          <a:xfrm>
            <a:off x="6402960" y="2187000"/>
            <a:ext cx="360" cy="32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CustomShape 11"/>
          <p:cNvSpPr/>
          <p:nvPr/>
        </p:nvSpPr>
        <p:spPr>
          <a:xfrm>
            <a:off x="4222440" y="1862280"/>
            <a:ext cx="430560" cy="322560"/>
          </a:xfrm>
          <a:prstGeom prst="rect">
            <a:avLst/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ffffff"/>
                </a:solidFill>
                <a:latin typeface="DM Sans"/>
                <a:ea typeface="DM Sans"/>
              </a:rPr>
              <a:t>02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5" name="CustomShape 12"/>
          <p:cNvSpPr/>
          <p:nvPr/>
        </p:nvSpPr>
        <p:spPr>
          <a:xfrm>
            <a:off x="6186240" y="1862280"/>
            <a:ext cx="430560" cy="322560"/>
          </a:xfrm>
          <a:prstGeom prst="rect">
            <a:avLst/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ffffff"/>
                </a:solidFill>
                <a:latin typeface="DM Sans"/>
                <a:ea typeface="DM Sans"/>
              </a:rPr>
              <a:t>03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CustomShape 1"/>
          <p:cNvSpPr/>
          <p:nvPr/>
        </p:nvSpPr>
        <p:spPr>
          <a:xfrm>
            <a:off x="1445040" y="2881800"/>
            <a:ext cx="2808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Healthcare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97" name="CustomShape 2"/>
          <p:cNvSpPr/>
          <p:nvPr/>
        </p:nvSpPr>
        <p:spPr>
          <a:xfrm>
            <a:off x="720000" y="445320"/>
            <a:ext cx="77011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ffffff"/>
                </a:solidFill>
                <a:latin typeface="DM Sans"/>
                <a:ea typeface="DM Sans"/>
              </a:rPr>
              <a:t>...the need for speed...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98" name="CustomShape 3"/>
          <p:cNvSpPr/>
          <p:nvPr/>
        </p:nvSpPr>
        <p:spPr>
          <a:xfrm>
            <a:off x="1445040" y="1740960"/>
            <a:ext cx="280800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Change discount logic before a flash sale goes live in the next few minutes.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9" name="CustomShape 4"/>
          <p:cNvSpPr/>
          <p:nvPr/>
        </p:nvSpPr>
        <p:spPr>
          <a:xfrm>
            <a:off x="4888080" y="1740960"/>
            <a:ext cx="280800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Adjust deposit and withdrawal rules instantly for compliance or when anticipating malpractice.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0" name="CustomShape 5"/>
          <p:cNvSpPr/>
          <p:nvPr/>
        </p:nvSpPr>
        <p:spPr>
          <a:xfrm>
            <a:off x="1445040" y="3253680"/>
            <a:ext cx="280800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Roll out new compliance rules, coverage criteria and rates overnight.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1" name="CustomShape 6"/>
          <p:cNvSpPr/>
          <p:nvPr/>
        </p:nvSpPr>
        <p:spPr>
          <a:xfrm>
            <a:off x="4888080" y="3253680"/>
            <a:ext cx="280800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Adjust premium calculation formulas, rates and exclusions in minutes, not weeks.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2" name="CustomShape 7"/>
          <p:cNvSpPr/>
          <p:nvPr/>
        </p:nvSpPr>
        <p:spPr>
          <a:xfrm>
            <a:off x="1445040" y="1369080"/>
            <a:ext cx="2808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E commerce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03" name="CustomShape 8"/>
          <p:cNvSpPr/>
          <p:nvPr/>
        </p:nvSpPr>
        <p:spPr>
          <a:xfrm>
            <a:off x="4887720" y="1369080"/>
            <a:ext cx="2808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Micro Finance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04" name="CustomShape 9"/>
          <p:cNvSpPr/>
          <p:nvPr/>
        </p:nvSpPr>
        <p:spPr>
          <a:xfrm>
            <a:off x="4887720" y="2881800"/>
            <a:ext cx="2808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Insurance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05" name="CustomShape 10"/>
          <p:cNvSpPr/>
          <p:nvPr/>
        </p:nvSpPr>
        <p:spPr>
          <a:xfrm>
            <a:off x="720000" y="141336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CustomShape 11"/>
          <p:cNvSpPr/>
          <p:nvPr/>
        </p:nvSpPr>
        <p:spPr>
          <a:xfrm>
            <a:off x="720000" y="288180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CustomShape 12"/>
          <p:cNvSpPr/>
          <p:nvPr/>
        </p:nvSpPr>
        <p:spPr>
          <a:xfrm>
            <a:off x="7851240" y="141336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8" name="CustomShape 13"/>
          <p:cNvSpPr/>
          <p:nvPr/>
        </p:nvSpPr>
        <p:spPr>
          <a:xfrm>
            <a:off x="7851240" y="288180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09" name="Group 14"/>
          <p:cNvGrpSpPr/>
          <p:nvPr/>
        </p:nvGrpSpPr>
        <p:grpSpPr>
          <a:xfrm>
            <a:off x="829440" y="1524240"/>
            <a:ext cx="351000" cy="348840"/>
            <a:chOff x="829440" y="1524240"/>
            <a:chExt cx="351000" cy="348840"/>
          </a:xfrm>
        </p:grpSpPr>
        <p:sp>
          <p:nvSpPr>
            <p:cNvPr id="610" name="CustomShape 15"/>
            <p:cNvSpPr/>
            <p:nvPr/>
          </p:nvSpPr>
          <p:spPr>
            <a:xfrm>
              <a:off x="862920" y="1576440"/>
              <a:ext cx="57600" cy="57600"/>
            </a:xfrm>
            <a:custGeom>
              <a:avLst/>
              <a:gdLst/>
              <a:ahLst/>
              <a:rect l="l" t="t" r="r" b="b"/>
              <a:pathLst>
                <a:path w="2049" h="2048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1" name="CustomShape 16"/>
            <p:cNvSpPr/>
            <p:nvPr/>
          </p:nvSpPr>
          <p:spPr>
            <a:xfrm>
              <a:off x="933840" y="1524240"/>
              <a:ext cx="142200" cy="120600"/>
            </a:xfrm>
            <a:custGeom>
              <a:avLst/>
              <a:gdLst/>
              <a:ahLst/>
              <a:rect l="l" t="t" r="r" b="b"/>
              <a:pathLst>
                <a:path w="4915" h="4179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2" name="CustomShape 17"/>
            <p:cNvSpPr/>
            <p:nvPr/>
          </p:nvSpPr>
          <p:spPr>
            <a:xfrm>
              <a:off x="829440" y="1647000"/>
              <a:ext cx="164880" cy="224280"/>
            </a:xfrm>
            <a:custGeom>
              <a:avLst/>
              <a:gdLst/>
              <a:ahLst/>
              <a:rect l="l" t="t" r="r" b="b"/>
              <a:pathLst>
                <a:path w="5672" h="7681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3" name="CustomShape 18"/>
            <p:cNvSpPr/>
            <p:nvPr/>
          </p:nvSpPr>
          <p:spPr>
            <a:xfrm>
              <a:off x="1089360" y="1576440"/>
              <a:ext cx="57600" cy="57600"/>
            </a:xfrm>
            <a:custGeom>
              <a:avLst/>
              <a:gdLst/>
              <a:ahLst/>
              <a:rect l="l" t="t" r="r" b="b"/>
              <a:pathLst>
                <a:path w="2049" h="2048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4" name="CustomShape 19"/>
            <p:cNvSpPr/>
            <p:nvPr/>
          </p:nvSpPr>
          <p:spPr>
            <a:xfrm>
              <a:off x="1015560" y="1648080"/>
              <a:ext cx="164880" cy="225000"/>
            </a:xfrm>
            <a:custGeom>
              <a:avLst/>
              <a:gdLst/>
              <a:ahLst/>
              <a:rect l="l" t="t" r="r" b="b"/>
              <a:pathLst>
                <a:path w="5672" h="7704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15" name="Group 20"/>
          <p:cNvGrpSpPr/>
          <p:nvPr/>
        </p:nvGrpSpPr>
        <p:grpSpPr>
          <a:xfrm>
            <a:off x="831240" y="3014640"/>
            <a:ext cx="347040" cy="305640"/>
            <a:chOff x="831240" y="3014640"/>
            <a:chExt cx="347040" cy="305640"/>
          </a:xfrm>
        </p:grpSpPr>
        <p:sp>
          <p:nvSpPr>
            <p:cNvPr id="616" name="CustomShape 21"/>
            <p:cNvSpPr/>
            <p:nvPr/>
          </p:nvSpPr>
          <p:spPr>
            <a:xfrm>
              <a:off x="923400" y="3157920"/>
              <a:ext cx="162000" cy="162360"/>
            </a:xfrm>
            <a:custGeom>
              <a:avLst/>
              <a:gdLst/>
              <a:ahLst/>
              <a:rect l="l" t="t" r="r" b="b"/>
              <a:pathLst>
                <a:path w="5577" h="5577">
                  <a:moveTo>
                    <a:pt x="2804" y="0"/>
                  </a:moveTo>
                  <a:cubicBezTo>
                    <a:pt x="1607" y="0"/>
                    <a:pt x="1450" y="725"/>
                    <a:pt x="1009" y="3308"/>
                  </a:cubicBezTo>
                  <a:cubicBezTo>
                    <a:pt x="946" y="3749"/>
                    <a:pt x="851" y="4285"/>
                    <a:pt x="757" y="4883"/>
                  </a:cubicBezTo>
                  <a:lnTo>
                    <a:pt x="347" y="4883"/>
                  </a:lnTo>
                  <a:cubicBezTo>
                    <a:pt x="158" y="4883"/>
                    <a:pt x="0" y="5041"/>
                    <a:pt x="0" y="5230"/>
                  </a:cubicBezTo>
                  <a:cubicBezTo>
                    <a:pt x="0" y="5419"/>
                    <a:pt x="158" y="5576"/>
                    <a:pt x="347" y="5576"/>
                  </a:cubicBezTo>
                  <a:lnTo>
                    <a:pt x="5230" y="5576"/>
                  </a:lnTo>
                  <a:cubicBezTo>
                    <a:pt x="5419" y="5545"/>
                    <a:pt x="5577" y="5387"/>
                    <a:pt x="5577" y="5198"/>
                  </a:cubicBezTo>
                  <a:cubicBezTo>
                    <a:pt x="5577" y="5009"/>
                    <a:pt x="5419" y="4852"/>
                    <a:pt x="5230" y="4852"/>
                  </a:cubicBezTo>
                  <a:lnTo>
                    <a:pt x="4852" y="4852"/>
                  </a:lnTo>
                  <a:cubicBezTo>
                    <a:pt x="4726" y="4253"/>
                    <a:pt x="4632" y="3749"/>
                    <a:pt x="4569" y="3277"/>
                  </a:cubicBezTo>
                  <a:cubicBezTo>
                    <a:pt x="4128" y="756"/>
                    <a:pt x="3970" y="0"/>
                    <a:pt x="280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7" name="CustomShape 22"/>
            <p:cNvSpPr/>
            <p:nvPr/>
          </p:nvSpPr>
          <p:spPr>
            <a:xfrm>
              <a:off x="1078200" y="3014640"/>
              <a:ext cx="79200" cy="79200"/>
            </a:xfrm>
            <a:custGeom>
              <a:avLst/>
              <a:gdLst/>
              <a:ahLst/>
              <a:rect l="l" t="t" r="r" b="b"/>
              <a:pathLst>
                <a:path w="2773" h="2773">
                  <a:moveTo>
                    <a:pt x="1386" y="0"/>
                  </a:moveTo>
                  <a:cubicBezTo>
                    <a:pt x="630" y="0"/>
                    <a:pt x="0" y="630"/>
                    <a:pt x="0" y="1387"/>
                  </a:cubicBezTo>
                  <a:cubicBezTo>
                    <a:pt x="0" y="2111"/>
                    <a:pt x="630" y="2773"/>
                    <a:pt x="1386" y="2773"/>
                  </a:cubicBezTo>
                  <a:cubicBezTo>
                    <a:pt x="2143" y="2773"/>
                    <a:pt x="2773" y="2111"/>
                    <a:pt x="2773" y="1387"/>
                  </a:cubicBezTo>
                  <a:cubicBezTo>
                    <a:pt x="2773" y="630"/>
                    <a:pt x="2143" y="0"/>
                    <a:pt x="138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8" name="CustomShape 23"/>
            <p:cNvSpPr/>
            <p:nvPr/>
          </p:nvSpPr>
          <p:spPr>
            <a:xfrm>
              <a:off x="852840" y="3014640"/>
              <a:ext cx="78120" cy="79200"/>
            </a:xfrm>
            <a:custGeom>
              <a:avLst/>
              <a:gdLst/>
              <a:ahLst/>
              <a:rect l="l" t="t" r="r" b="b"/>
              <a:pathLst>
                <a:path w="2741" h="2773">
                  <a:moveTo>
                    <a:pt x="1355" y="0"/>
                  </a:moveTo>
                  <a:cubicBezTo>
                    <a:pt x="599" y="0"/>
                    <a:pt x="0" y="630"/>
                    <a:pt x="0" y="1387"/>
                  </a:cubicBezTo>
                  <a:cubicBezTo>
                    <a:pt x="0" y="2143"/>
                    <a:pt x="599" y="2773"/>
                    <a:pt x="1355" y="2773"/>
                  </a:cubicBezTo>
                  <a:cubicBezTo>
                    <a:pt x="2111" y="2773"/>
                    <a:pt x="2741" y="2143"/>
                    <a:pt x="2741" y="1387"/>
                  </a:cubicBezTo>
                  <a:cubicBezTo>
                    <a:pt x="2741" y="630"/>
                    <a:pt x="2111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9" name="CustomShape 24"/>
            <p:cNvSpPr/>
            <p:nvPr/>
          </p:nvSpPr>
          <p:spPr>
            <a:xfrm>
              <a:off x="831240" y="3096360"/>
              <a:ext cx="120960" cy="58680"/>
            </a:xfrm>
            <a:custGeom>
              <a:avLst/>
              <a:gdLst/>
              <a:ahLst/>
              <a:rect l="l" t="t" r="r" b="b"/>
              <a:pathLst>
                <a:path w="4191" h="2081">
                  <a:moveTo>
                    <a:pt x="568" y="1"/>
                  </a:moveTo>
                  <a:cubicBezTo>
                    <a:pt x="252" y="347"/>
                    <a:pt x="0" y="851"/>
                    <a:pt x="0" y="1356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33" y="2080"/>
                    <a:pt x="4191" y="1923"/>
                    <a:pt x="4191" y="1734"/>
                  </a:cubicBezTo>
                  <a:lnTo>
                    <a:pt x="4191" y="1356"/>
                  </a:lnTo>
                  <a:cubicBezTo>
                    <a:pt x="4191" y="820"/>
                    <a:pt x="3970" y="347"/>
                    <a:pt x="3624" y="1"/>
                  </a:cubicBezTo>
                  <a:cubicBezTo>
                    <a:pt x="3245" y="410"/>
                    <a:pt x="2678" y="694"/>
                    <a:pt x="2080" y="694"/>
                  </a:cubicBezTo>
                  <a:cubicBezTo>
                    <a:pt x="1513" y="694"/>
                    <a:pt x="946" y="410"/>
                    <a:pt x="56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0" name="CustomShape 25"/>
            <p:cNvSpPr/>
            <p:nvPr/>
          </p:nvSpPr>
          <p:spPr>
            <a:xfrm>
              <a:off x="1058400" y="3096360"/>
              <a:ext cx="119880" cy="58680"/>
            </a:xfrm>
            <a:custGeom>
              <a:avLst/>
              <a:gdLst/>
              <a:ahLst/>
              <a:rect l="l" t="t" r="r" b="b"/>
              <a:pathLst>
                <a:path w="4160" h="2081">
                  <a:moveTo>
                    <a:pt x="536" y="1"/>
                  </a:moveTo>
                  <a:cubicBezTo>
                    <a:pt x="221" y="347"/>
                    <a:pt x="1" y="851"/>
                    <a:pt x="1" y="1356"/>
                  </a:cubicBezTo>
                  <a:lnTo>
                    <a:pt x="1" y="1702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02" y="2080"/>
                    <a:pt x="4159" y="1923"/>
                    <a:pt x="4159" y="1702"/>
                  </a:cubicBezTo>
                  <a:lnTo>
                    <a:pt x="4159" y="1356"/>
                  </a:lnTo>
                  <a:cubicBezTo>
                    <a:pt x="4159" y="820"/>
                    <a:pt x="3970" y="347"/>
                    <a:pt x="3624" y="1"/>
                  </a:cubicBezTo>
                  <a:cubicBezTo>
                    <a:pt x="3214" y="410"/>
                    <a:pt x="2679" y="694"/>
                    <a:pt x="2080" y="694"/>
                  </a:cubicBezTo>
                  <a:cubicBezTo>
                    <a:pt x="1450" y="694"/>
                    <a:pt x="946" y="410"/>
                    <a:pt x="5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1" name="CustomShape 26"/>
            <p:cNvSpPr/>
            <p:nvPr/>
          </p:nvSpPr>
          <p:spPr>
            <a:xfrm>
              <a:off x="1063080" y="3178440"/>
              <a:ext cx="115200" cy="59760"/>
            </a:xfrm>
            <a:custGeom>
              <a:avLst/>
              <a:gdLst/>
              <a:ahLst/>
              <a:rect l="l" t="t" r="r" b="b"/>
              <a:pathLst>
                <a:path w="4002" h="2112">
                  <a:moveTo>
                    <a:pt x="0" y="0"/>
                  </a:moveTo>
                  <a:cubicBezTo>
                    <a:pt x="189" y="567"/>
                    <a:pt x="315" y="1229"/>
                    <a:pt x="473" y="2111"/>
                  </a:cubicBezTo>
                  <a:lnTo>
                    <a:pt x="3655" y="2111"/>
                  </a:lnTo>
                  <a:cubicBezTo>
                    <a:pt x="3844" y="2111"/>
                    <a:pt x="4001" y="1954"/>
                    <a:pt x="4001" y="1733"/>
                  </a:cubicBezTo>
                  <a:lnTo>
                    <a:pt x="4001" y="378"/>
                  </a:lnTo>
                  <a:cubicBezTo>
                    <a:pt x="3970" y="158"/>
                    <a:pt x="3844" y="0"/>
                    <a:pt x="36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2" name="CustomShape 27"/>
            <p:cNvSpPr/>
            <p:nvPr/>
          </p:nvSpPr>
          <p:spPr>
            <a:xfrm>
              <a:off x="831240" y="3178440"/>
              <a:ext cx="116280" cy="59040"/>
            </a:xfrm>
            <a:custGeom>
              <a:avLst/>
              <a:gdLst/>
              <a:ahLst/>
              <a:rect l="l" t="t" r="r" b="b"/>
              <a:pathLst>
                <a:path w="4034" h="208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54"/>
                    <a:pt x="158" y="2080"/>
                    <a:pt x="347" y="2080"/>
                  </a:cubicBezTo>
                  <a:lnTo>
                    <a:pt x="3561" y="2080"/>
                  </a:lnTo>
                  <a:cubicBezTo>
                    <a:pt x="3718" y="1229"/>
                    <a:pt x="3813" y="567"/>
                    <a:pt x="40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23" name="Group 28"/>
          <p:cNvGrpSpPr/>
          <p:nvPr/>
        </p:nvGrpSpPr>
        <p:grpSpPr>
          <a:xfrm>
            <a:off x="7962480" y="1524960"/>
            <a:ext cx="347040" cy="347400"/>
            <a:chOff x="7962480" y="1524960"/>
            <a:chExt cx="347040" cy="347400"/>
          </a:xfrm>
        </p:grpSpPr>
        <p:sp>
          <p:nvSpPr>
            <p:cNvPr id="624" name="CustomShape 29"/>
            <p:cNvSpPr/>
            <p:nvPr/>
          </p:nvSpPr>
          <p:spPr>
            <a:xfrm>
              <a:off x="7993440" y="1524960"/>
              <a:ext cx="99720" cy="99720"/>
            </a:xfrm>
            <a:custGeom>
              <a:avLst/>
              <a:gdLst/>
              <a:ahLst/>
              <a:rect l="l" t="t" r="r" b="b"/>
              <a:pathLst>
                <a:path w="3467" h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5" name="CustomShape 30"/>
            <p:cNvSpPr/>
            <p:nvPr/>
          </p:nvSpPr>
          <p:spPr>
            <a:xfrm>
              <a:off x="8128440" y="1566720"/>
              <a:ext cx="119880" cy="77400"/>
            </a:xfrm>
            <a:custGeom>
              <a:avLst/>
              <a:gdLst/>
              <a:ahLst/>
              <a:rect l="l" t="t" r="r" b="b"/>
              <a:pathLst>
                <a:path w="4160" h="2718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6" name="CustomShape 31"/>
            <p:cNvSpPr/>
            <p:nvPr/>
          </p:nvSpPr>
          <p:spPr>
            <a:xfrm>
              <a:off x="8000640" y="1749960"/>
              <a:ext cx="122760" cy="78840"/>
            </a:xfrm>
            <a:custGeom>
              <a:avLst/>
              <a:gdLst/>
              <a:ahLst/>
              <a:rect l="l" t="t" r="r" b="b"/>
              <a:pathLst>
                <a:path w="4254" h="2763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7" name="CustomShape 32"/>
            <p:cNvSpPr/>
            <p:nvPr/>
          </p:nvSpPr>
          <p:spPr>
            <a:xfrm>
              <a:off x="8177760" y="1668240"/>
              <a:ext cx="102240" cy="99000"/>
            </a:xfrm>
            <a:custGeom>
              <a:avLst/>
              <a:gdLst/>
              <a:ahLst/>
              <a:rect l="l" t="t" r="r" b="b"/>
              <a:pathLst>
                <a:path w="3561" h="3435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8" name="CustomShape 33"/>
            <p:cNvSpPr/>
            <p:nvPr/>
          </p:nvSpPr>
          <p:spPr>
            <a:xfrm>
              <a:off x="7962480" y="1625400"/>
              <a:ext cx="160920" cy="101520"/>
            </a:xfrm>
            <a:custGeom>
              <a:avLst/>
              <a:gdLst/>
              <a:ahLst/>
              <a:rect l="l" t="t" r="r" b="b"/>
              <a:pathLst>
                <a:path w="5546" h="3529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9" name="CustomShape 34"/>
            <p:cNvSpPr/>
            <p:nvPr/>
          </p:nvSpPr>
          <p:spPr>
            <a:xfrm>
              <a:off x="8146800" y="1769040"/>
              <a:ext cx="162720" cy="103320"/>
            </a:xfrm>
            <a:custGeom>
              <a:avLst/>
              <a:gdLst/>
              <a:ahLst/>
              <a:rect l="l" t="t" r="r" b="b"/>
              <a:pathLst>
                <a:path w="5609" h="3593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0" name="Group 35"/>
          <p:cNvGrpSpPr/>
          <p:nvPr/>
        </p:nvGrpSpPr>
        <p:grpSpPr>
          <a:xfrm>
            <a:off x="7984080" y="2993760"/>
            <a:ext cx="304560" cy="346680"/>
            <a:chOff x="7984080" y="2993760"/>
            <a:chExt cx="304560" cy="346680"/>
          </a:xfrm>
        </p:grpSpPr>
        <p:sp>
          <p:nvSpPr>
            <p:cNvPr id="631" name="CustomShape 36"/>
            <p:cNvSpPr/>
            <p:nvPr/>
          </p:nvSpPr>
          <p:spPr>
            <a:xfrm>
              <a:off x="7984080" y="3218400"/>
              <a:ext cx="140400" cy="122040"/>
            </a:xfrm>
            <a:custGeom>
              <a:avLst/>
              <a:gdLst/>
              <a:ahLst/>
              <a:rect l="l" t="t" r="r" b="b"/>
              <a:pathLst>
                <a:path w="4852" h="4222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2" name="CustomShape 37"/>
            <p:cNvSpPr/>
            <p:nvPr/>
          </p:nvSpPr>
          <p:spPr>
            <a:xfrm>
              <a:off x="8098560" y="3236040"/>
              <a:ext cx="76320" cy="37080"/>
            </a:xfrm>
            <a:custGeom>
              <a:avLst/>
              <a:gdLst/>
              <a:ahLst/>
              <a:rect l="l" t="t" r="r" b="b"/>
              <a:pathLst>
                <a:path w="2679" h="1356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3" name="CustomShape 38"/>
            <p:cNvSpPr/>
            <p:nvPr/>
          </p:nvSpPr>
          <p:spPr>
            <a:xfrm>
              <a:off x="8148960" y="3218400"/>
              <a:ext cx="139680" cy="122040"/>
            </a:xfrm>
            <a:custGeom>
              <a:avLst/>
              <a:gdLst/>
              <a:ahLst/>
              <a:rect l="l" t="t" r="r" b="b"/>
              <a:pathLst>
                <a:path w="4821" h="4222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CustomShape 39"/>
            <p:cNvSpPr/>
            <p:nvPr/>
          </p:nvSpPr>
          <p:spPr>
            <a:xfrm>
              <a:off x="8005320" y="2993760"/>
              <a:ext cx="262440" cy="179640"/>
            </a:xfrm>
            <a:custGeom>
              <a:avLst/>
              <a:gdLst/>
              <a:ahLst/>
              <a:rect l="l" t="t" r="r" b="b"/>
              <a:pathLst>
                <a:path w="8980" h="6176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5" name="CustomShape 40"/>
            <p:cNvSpPr/>
            <p:nvPr/>
          </p:nvSpPr>
          <p:spPr>
            <a:xfrm>
              <a:off x="8066880" y="3034440"/>
              <a:ext cx="79200" cy="58680"/>
            </a:xfrm>
            <a:custGeom>
              <a:avLst/>
              <a:gdLst/>
              <a:ahLst/>
              <a:rect l="l" t="t" r="r" b="b"/>
              <a:pathLst>
                <a:path w="2773" h="2081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6" name="CustomShape 41"/>
            <p:cNvSpPr/>
            <p:nvPr/>
          </p:nvSpPr>
          <p:spPr>
            <a:xfrm>
              <a:off x="8169120" y="3035520"/>
              <a:ext cx="38160" cy="57600"/>
            </a:xfrm>
            <a:custGeom>
              <a:avLst/>
              <a:gdLst/>
              <a:ahLst/>
              <a:rect l="l" t="t" r="r" b="b"/>
              <a:pathLst>
                <a:path w="1387" h="2049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7" name="CustomShape 42"/>
            <p:cNvSpPr/>
            <p:nvPr/>
          </p:nvSpPr>
          <p:spPr>
            <a:xfrm>
              <a:off x="8066880" y="3095280"/>
              <a:ext cx="140400" cy="120240"/>
            </a:xfrm>
            <a:custGeom>
              <a:avLst/>
              <a:gdLst/>
              <a:ahLst/>
              <a:rect l="l" t="t" r="r" b="b"/>
              <a:pathLst>
                <a:path w="4852" h="416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CustomShape 1"/>
          <p:cNvSpPr/>
          <p:nvPr/>
        </p:nvSpPr>
        <p:spPr>
          <a:xfrm>
            <a:off x="720000" y="445320"/>
            <a:ext cx="77011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ffffff"/>
                </a:solidFill>
                <a:latin typeface="DM Sans"/>
                <a:ea typeface="DM Sans"/>
              </a:rPr>
              <a:t>Business logic As A Service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9" name="CustomShape 2"/>
          <p:cNvSpPr/>
          <p:nvPr/>
        </p:nvSpPr>
        <p:spPr>
          <a:xfrm>
            <a:off x="937800" y="2148480"/>
            <a:ext cx="21726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For Staff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0" name="CustomShape 3"/>
          <p:cNvSpPr/>
          <p:nvPr/>
        </p:nvSpPr>
        <p:spPr>
          <a:xfrm>
            <a:off x="3484440" y="2148480"/>
            <a:ext cx="21726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Organization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1" name="CustomShape 4"/>
          <p:cNvSpPr/>
          <p:nvPr/>
        </p:nvSpPr>
        <p:spPr>
          <a:xfrm>
            <a:off x="937800" y="2527920"/>
            <a:ext cx="2172600" cy="15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Explain the rules.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Justify the calculations.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Update the rules, the steps.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No code.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2" name="CustomShape 5"/>
          <p:cNvSpPr/>
          <p:nvPr/>
        </p:nvSpPr>
        <p:spPr>
          <a:xfrm>
            <a:off x="3484440" y="2527920"/>
            <a:ext cx="2172600" cy="15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Own the logic.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Move fast.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React fast.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Be first.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643" name="CustomShape 6"/>
          <p:cNvSpPr/>
          <p:nvPr/>
        </p:nvSpPr>
        <p:spPr>
          <a:xfrm>
            <a:off x="6031080" y="2527920"/>
            <a:ext cx="2172600" cy="15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Access the logic via API.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Single point of reference.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Low code.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644" name="CustomShape 7"/>
          <p:cNvSpPr/>
          <p:nvPr/>
        </p:nvSpPr>
        <p:spPr>
          <a:xfrm>
            <a:off x="6031080" y="2148480"/>
            <a:ext cx="21726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Tech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5" name="CustomShape 8"/>
          <p:cNvSpPr/>
          <p:nvPr/>
        </p:nvSpPr>
        <p:spPr>
          <a:xfrm>
            <a:off x="1013760" y="149904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6" name="CustomShape 9"/>
          <p:cNvSpPr/>
          <p:nvPr/>
        </p:nvSpPr>
        <p:spPr>
          <a:xfrm>
            <a:off x="3560400" y="149904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7" name="CustomShape 10"/>
          <p:cNvSpPr/>
          <p:nvPr/>
        </p:nvSpPr>
        <p:spPr>
          <a:xfrm>
            <a:off x="6031080" y="1499040"/>
            <a:ext cx="569880" cy="570240"/>
          </a:xfrm>
          <a:prstGeom prst="roundRect">
            <a:avLst>
              <a:gd name="adj" fmla="val 16667"/>
            </a:avLst>
          </a:prstGeom>
          <a:solidFill>
            <a:srgbClr val="191919">
              <a:alpha val="15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48" name="Group 11"/>
          <p:cNvGrpSpPr/>
          <p:nvPr/>
        </p:nvGrpSpPr>
        <p:grpSpPr>
          <a:xfrm>
            <a:off x="6142320" y="1610280"/>
            <a:ext cx="347400" cy="347400"/>
            <a:chOff x="6142320" y="1610280"/>
            <a:chExt cx="347400" cy="347400"/>
          </a:xfrm>
        </p:grpSpPr>
        <p:sp>
          <p:nvSpPr>
            <p:cNvPr id="649" name="CustomShape 12"/>
            <p:cNvSpPr/>
            <p:nvPr/>
          </p:nvSpPr>
          <p:spPr>
            <a:xfrm>
              <a:off x="6274440" y="1610280"/>
              <a:ext cx="81000" cy="78120"/>
            </a:xfrm>
            <a:custGeom>
              <a:avLst/>
              <a:gdLst/>
              <a:ahLst/>
              <a:rect l="l" t="t" r="r" b="b"/>
              <a:pathLst>
                <a:path w="2837" h="2742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0" name="CustomShape 13"/>
            <p:cNvSpPr/>
            <p:nvPr/>
          </p:nvSpPr>
          <p:spPr>
            <a:xfrm>
              <a:off x="6172920" y="1795680"/>
              <a:ext cx="79200" cy="78480"/>
            </a:xfrm>
            <a:custGeom>
              <a:avLst/>
              <a:gdLst/>
              <a:ahLst/>
              <a:rect l="l" t="t" r="r" b="b"/>
              <a:pathLst>
                <a:path w="2774" h="2741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1" name="CustomShape 14"/>
            <p:cNvSpPr/>
            <p:nvPr/>
          </p:nvSpPr>
          <p:spPr>
            <a:xfrm>
              <a:off x="6379920" y="1796400"/>
              <a:ext cx="78120" cy="78480"/>
            </a:xfrm>
            <a:custGeom>
              <a:avLst/>
              <a:gdLst/>
              <a:ahLst/>
              <a:rect l="l" t="t" r="r" b="b"/>
              <a:pathLst>
                <a:path w="2742" h="2742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2" name="CustomShape 15"/>
            <p:cNvSpPr/>
            <p:nvPr/>
          </p:nvSpPr>
          <p:spPr>
            <a:xfrm>
              <a:off x="6142320" y="1875960"/>
              <a:ext cx="141480" cy="81720"/>
            </a:xfrm>
            <a:custGeom>
              <a:avLst/>
              <a:gdLst/>
              <a:ahLst/>
              <a:rect l="l" t="t" r="r" b="b"/>
              <a:pathLst>
                <a:path w="4884" h="2868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3" name="CustomShape 16"/>
            <p:cNvSpPr/>
            <p:nvPr/>
          </p:nvSpPr>
          <p:spPr>
            <a:xfrm>
              <a:off x="6244920" y="1689480"/>
              <a:ext cx="142560" cy="82800"/>
            </a:xfrm>
            <a:custGeom>
              <a:avLst/>
              <a:gdLst/>
              <a:ahLst/>
              <a:rect l="l" t="t" r="r" b="b"/>
              <a:pathLst>
                <a:path w="4916" h="2899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4" name="CustomShape 17"/>
            <p:cNvSpPr/>
            <p:nvPr/>
          </p:nvSpPr>
          <p:spPr>
            <a:xfrm>
              <a:off x="6348240" y="1875960"/>
              <a:ext cx="141480" cy="81720"/>
            </a:xfrm>
            <a:custGeom>
              <a:avLst/>
              <a:gdLst/>
              <a:ahLst/>
              <a:rect l="l" t="t" r="r" b="b"/>
              <a:pathLst>
                <a:path w="4885" h="2868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5" name="CustomShape 18"/>
            <p:cNvSpPr/>
            <p:nvPr/>
          </p:nvSpPr>
          <p:spPr>
            <a:xfrm>
              <a:off x="6270840" y="1795680"/>
              <a:ext cx="88560" cy="73800"/>
            </a:xfrm>
            <a:custGeom>
              <a:avLst/>
              <a:gdLst/>
              <a:ahLst/>
              <a:rect l="l" t="t" r="r" b="b"/>
              <a:pathLst>
                <a:path w="3089" h="2584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56" name="Group 19"/>
          <p:cNvGrpSpPr/>
          <p:nvPr/>
        </p:nvGrpSpPr>
        <p:grpSpPr>
          <a:xfrm>
            <a:off x="3670560" y="1611720"/>
            <a:ext cx="349920" cy="344520"/>
            <a:chOff x="3670560" y="1611720"/>
            <a:chExt cx="349920" cy="344520"/>
          </a:xfrm>
        </p:grpSpPr>
        <p:sp>
          <p:nvSpPr>
            <p:cNvPr id="657" name="CustomShape 20"/>
            <p:cNvSpPr/>
            <p:nvPr/>
          </p:nvSpPr>
          <p:spPr>
            <a:xfrm>
              <a:off x="3670560" y="1794960"/>
              <a:ext cx="59400" cy="161280"/>
            </a:xfrm>
            <a:custGeom>
              <a:avLst/>
              <a:gdLst/>
              <a:ahLst/>
              <a:rect l="l" t="t" r="r" b="b"/>
              <a:pathLst>
                <a:path w="2111" h="5546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8" name="CustomShape 21"/>
            <p:cNvSpPr/>
            <p:nvPr/>
          </p:nvSpPr>
          <p:spPr>
            <a:xfrm>
              <a:off x="3733920" y="1611720"/>
              <a:ext cx="222480" cy="187200"/>
            </a:xfrm>
            <a:custGeom>
              <a:avLst/>
              <a:gdLst/>
              <a:ahLst/>
              <a:rect l="l" t="t" r="r" b="b"/>
              <a:pathLst>
                <a:path w="7625" h="6428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9" name="CustomShape 22"/>
            <p:cNvSpPr/>
            <p:nvPr/>
          </p:nvSpPr>
          <p:spPr>
            <a:xfrm>
              <a:off x="3753360" y="1788840"/>
              <a:ext cx="267120" cy="146160"/>
            </a:xfrm>
            <a:custGeom>
              <a:avLst/>
              <a:gdLst/>
              <a:ahLst/>
              <a:rect l="l" t="t" r="r" b="b"/>
              <a:pathLst>
                <a:path w="9137" h="5026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60" name="Group 23"/>
          <p:cNvGrpSpPr/>
          <p:nvPr/>
        </p:nvGrpSpPr>
        <p:grpSpPr>
          <a:xfrm>
            <a:off x="1123560" y="1610640"/>
            <a:ext cx="349920" cy="346680"/>
            <a:chOff x="1123560" y="1610640"/>
            <a:chExt cx="349920" cy="346680"/>
          </a:xfrm>
        </p:grpSpPr>
        <p:sp>
          <p:nvSpPr>
            <p:cNvPr id="661" name="CustomShape 24"/>
            <p:cNvSpPr/>
            <p:nvPr/>
          </p:nvSpPr>
          <p:spPr>
            <a:xfrm>
              <a:off x="1267200" y="1610640"/>
              <a:ext cx="60480" cy="57600"/>
            </a:xfrm>
            <a:custGeom>
              <a:avLst/>
              <a:gdLst/>
              <a:ahLst/>
              <a:rect l="l" t="t" r="r" b="b"/>
              <a:pathLst>
                <a:path w="2143" h="2049"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07"/>
                    <a:pt x="473" y="2048"/>
                    <a:pt x="1072" y="2048"/>
                  </a:cubicBezTo>
                  <a:cubicBezTo>
                    <a:pt x="1670" y="2048"/>
                    <a:pt x="2143" y="1576"/>
                    <a:pt x="2143" y="1040"/>
                  </a:cubicBezTo>
                  <a:cubicBezTo>
                    <a:pt x="2143" y="442"/>
                    <a:pt x="1670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2" name="CustomShape 25"/>
            <p:cNvSpPr/>
            <p:nvPr/>
          </p:nvSpPr>
          <p:spPr>
            <a:xfrm>
              <a:off x="1185120" y="1815480"/>
              <a:ext cx="57600" cy="57960"/>
            </a:xfrm>
            <a:custGeom>
              <a:avLst/>
              <a:gdLst/>
              <a:ahLst/>
              <a:rect l="l" t="t" r="r" b="b"/>
              <a:pathLst>
                <a:path w="2048" h="2049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3" name="CustomShape 26"/>
            <p:cNvSpPr/>
            <p:nvPr/>
          </p:nvSpPr>
          <p:spPr>
            <a:xfrm>
              <a:off x="1351080" y="1815480"/>
              <a:ext cx="57600" cy="57960"/>
            </a:xfrm>
            <a:custGeom>
              <a:avLst/>
              <a:gdLst/>
              <a:ahLst/>
              <a:rect l="l" t="t" r="r" b="b"/>
              <a:pathLst>
                <a:path w="2048" h="2049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4" name="CustomShape 27"/>
            <p:cNvSpPr/>
            <p:nvPr/>
          </p:nvSpPr>
          <p:spPr>
            <a:xfrm>
              <a:off x="1123560" y="1754280"/>
              <a:ext cx="349920" cy="141840"/>
            </a:xfrm>
            <a:custGeom>
              <a:avLst/>
              <a:gdLst/>
              <a:ahLst/>
              <a:rect l="l" t="t" r="r" b="b"/>
              <a:pathLst>
                <a:path w="11942" h="4884">
                  <a:moveTo>
                    <a:pt x="1545" y="0"/>
                  </a:moveTo>
                  <a:cubicBezTo>
                    <a:pt x="1041" y="0"/>
                    <a:pt x="599" y="347"/>
                    <a:pt x="505" y="851"/>
                  </a:cubicBezTo>
                  <a:lnTo>
                    <a:pt x="64" y="3655"/>
                  </a:lnTo>
                  <a:cubicBezTo>
                    <a:pt x="1" y="3970"/>
                    <a:pt x="95" y="4253"/>
                    <a:pt x="284" y="4474"/>
                  </a:cubicBezTo>
                  <a:cubicBezTo>
                    <a:pt x="410" y="4631"/>
                    <a:pt x="599" y="4757"/>
                    <a:pt x="788" y="4789"/>
                  </a:cubicBezTo>
                  <a:cubicBezTo>
                    <a:pt x="1009" y="4442"/>
                    <a:pt x="1324" y="4127"/>
                    <a:pt x="1639" y="3938"/>
                  </a:cubicBezTo>
                  <a:cubicBezTo>
                    <a:pt x="1513" y="3686"/>
                    <a:pt x="1419" y="3434"/>
                    <a:pt x="1419" y="3151"/>
                  </a:cubicBezTo>
                  <a:cubicBezTo>
                    <a:pt x="1419" y="2206"/>
                    <a:pt x="2206" y="1418"/>
                    <a:pt x="3151" y="1418"/>
                  </a:cubicBezTo>
                  <a:cubicBezTo>
                    <a:pt x="4097" y="1418"/>
                    <a:pt x="4884" y="2206"/>
                    <a:pt x="4884" y="3151"/>
                  </a:cubicBezTo>
                  <a:cubicBezTo>
                    <a:pt x="4884" y="3434"/>
                    <a:pt x="4821" y="3686"/>
                    <a:pt x="4695" y="3938"/>
                  </a:cubicBezTo>
                  <a:cubicBezTo>
                    <a:pt x="5042" y="4159"/>
                    <a:pt x="5325" y="4474"/>
                    <a:pt x="5577" y="4883"/>
                  </a:cubicBezTo>
                  <a:lnTo>
                    <a:pt x="6396" y="4883"/>
                  </a:lnTo>
                  <a:cubicBezTo>
                    <a:pt x="6585" y="4537"/>
                    <a:pt x="6900" y="4159"/>
                    <a:pt x="7247" y="3938"/>
                  </a:cubicBezTo>
                  <a:cubicBezTo>
                    <a:pt x="7152" y="3686"/>
                    <a:pt x="7058" y="3434"/>
                    <a:pt x="7058" y="3151"/>
                  </a:cubicBezTo>
                  <a:cubicBezTo>
                    <a:pt x="7058" y="2206"/>
                    <a:pt x="7846" y="1418"/>
                    <a:pt x="8791" y="1418"/>
                  </a:cubicBezTo>
                  <a:cubicBezTo>
                    <a:pt x="9736" y="1418"/>
                    <a:pt x="10524" y="2206"/>
                    <a:pt x="10524" y="3151"/>
                  </a:cubicBezTo>
                  <a:cubicBezTo>
                    <a:pt x="10524" y="3434"/>
                    <a:pt x="10461" y="3686"/>
                    <a:pt x="10334" y="3938"/>
                  </a:cubicBezTo>
                  <a:cubicBezTo>
                    <a:pt x="10681" y="4159"/>
                    <a:pt x="10965" y="4442"/>
                    <a:pt x="11154" y="4789"/>
                  </a:cubicBezTo>
                  <a:cubicBezTo>
                    <a:pt x="11343" y="4757"/>
                    <a:pt x="11563" y="4631"/>
                    <a:pt x="11658" y="4474"/>
                  </a:cubicBezTo>
                  <a:cubicBezTo>
                    <a:pt x="11878" y="4253"/>
                    <a:pt x="11941" y="3938"/>
                    <a:pt x="11910" y="3655"/>
                  </a:cubicBezTo>
                  <a:lnTo>
                    <a:pt x="11343" y="851"/>
                  </a:lnTo>
                  <a:cubicBezTo>
                    <a:pt x="11280" y="347"/>
                    <a:pt x="10839" y="0"/>
                    <a:pt x="1033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5" name="CustomShape 28"/>
            <p:cNvSpPr/>
            <p:nvPr/>
          </p:nvSpPr>
          <p:spPr>
            <a:xfrm>
              <a:off x="1321920" y="1886760"/>
              <a:ext cx="119880" cy="70560"/>
            </a:xfrm>
            <a:custGeom>
              <a:avLst/>
              <a:gdLst/>
              <a:ahLst/>
              <a:rect l="l" t="t" r="r" b="b"/>
              <a:pathLst>
                <a:path w="4160" h="2490">
                  <a:moveTo>
                    <a:pt x="977" y="1"/>
                  </a:moveTo>
                  <a:cubicBezTo>
                    <a:pt x="536" y="284"/>
                    <a:pt x="189" y="694"/>
                    <a:pt x="63" y="1198"/>
                  </a:cubicBezTo>
                  <a:cubicBezTo>
                    <a:pt x="32" y="1387"/>
                    <a:pt x="0" y="1576"/>
                    <a:pt x="0" y="1797"/>
                  </a:cubicBezTo>
                  <a:lnTo>
                    <a:pt x="0" y="2143"/>
                  </a:lnTo>
                  <a:cubicBezTo>
                    <a:pt x="0" y="2332"/>
                    <a:pt x="158" y="2490"/>
                    <a:pt x="347" y="2490"/>
                  </a:cubicBezTo>
                  <a:lnTo>
                    <a:pt x="3813" y="2490"/>
                  </a:lnTo>
                  <a:cubicBezTo>
                    <a:pt x="4002" y="2490"/>
                    <a:pt x="4159" y="2332"/>
                    <a:pt x="4159" y="2143"/>
                  </a:cubicBezTo>
                  <a:lnTo>
                    <a:pt x="4159" y="1797"/>
                  </a:lnTo>
                  <a:cubicBezTo>
                    <a:pt x="4096" y="1576"/>
                    <a:pt x="4065" y="1356"/>
                    <a:pt x="4002" y="1198"/>
                  </a:cubicBezTo>
                  <a:cubicBezTo>
                    <a:pt x="3844" y="694"/>
                    <a:pt x="3529" y="284"/>
                    <a:pt x="3119" y="1"/>
                  </a:cubicBezTo>
                  <a:cubicBezTo>
                    <a:pt x="2804" y="253"/>
                    <a:pt x="2426" y="410"/>
                    <a:pt x="2048" y="410"/>
                  </a:cubicBezTo>
                  <a:cubicBezTo>
                    <a:pt x="1639" y="410"/>
                    <a:pt x="1261" y="253"/>
                    <a:pt x="9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6" name="CustomShape 29"/>
            <p:cNvSpPr/>
            <p:nvPr/>
          </p:nvSpPr>
          <p:spPr>
            <a:xfrm>
              <a:off x="1237320" y="1680480"/>
              <a:ext cx="120960" cy="49320"/>
            </a:xfrm>
            <a:custGeom>
              <a:avLst/>
              <a:gdLst/>
              <a:ahLst/>
              <a:rect l="l" t="t" r="r" b="b"/>
              <a:pathLst>
                <a:path w="4191" h="1765">
                  <a:moveTo>
                    <a:pt x="1009" y="0"/>
                  </a:moveTo>
                  <a:cubicBezTo>
                    <a:pt x="379" y="347"/>
                    <a:pt x="0" y="1040"/>
                    <a:pt x="0" y="1765"/>
                  </a:cubicBezTo>
                  <a:lnTo>
                    <a:pt x="4191" y="1765"/>
                  </a:lnTo>
                  <a:cubicBezTo>
                    <a:pt x="4191" y="1040"/>
                    <a:pt x="3813" y="347"/>
                    <a:pt x="3214" y="0"/>
                  </a:cubicBezTo>
                  <a:cubicBezTo>
                    <a:pt x="2899" y="252"/>
                    <a:pt x="2521" y="378"/>
                    <a:pt x="2111" y="378"/>
                  </a:cubicBezTo>
                  <a:cubicBezTo>
                    <a:pt x="1733" y="378"/>
                    <a:pt x="1324" y="252"/>
                    <a:pt x="100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7" name="CustomShape 30"/>
            <p:cNvSpPr/>
            <p:nvPr/>
          </p:nvSpPr>
          <p:spPr>
            <a:xfrm>
              <a:off x="1156320" y="1886760"/>
              <a:ext cx="118080" cy="70560"/>
            </a:xfrm>
            <a:custGeom>
              <a:avLst/>
              <a:gdLst/>
              <a:ahLst/>
              <a:rect l="l" t="t" r="r" b="b"/>
              <a:pathLst>
                <a:path w="4097" h="2490">
                  <a:moveTo>
                    <a:pt x="1009" y="1"/>
                  </a:moveTo>
                  <a:cubicBezTo>
                    <a:pt x="568" y="284"/>
                    <a:pt x="221" y="694"/>
                    <a:pt x="95" y="1198"/>
                  </a:cubicBezTo>
                  <a:cubicBezTo>
                    <a:pt x="64" y="1387"/>
                    <a:pt x="1" y="1576"/>
                    <a:pt x="1" y="1797"/>
                  </a:cubicBezTo>
                  <a:lnTo>
                    <a:pt x="1" y="2143"/>
                  </a:lnTo>
                  <a:cubicBezTo>
                    <a:pt x="1" y="2332"/>
                    <a:pt x="158" y="2490"/>
                    <a:pt x="379" y="2490"/>
                  </a:cubicBezTo>
                  <a:lnTo>
                    <a:pt x="3844" y="2490"/>
                  </a:lnTo>
                  <a:cubicBezTo>
                    <a:pt x="3939" y="2490"/>
                    <a:pt x="4096" y="2332"/>
                    <a:pt x="4096" y="2143"/>
                  </a:cubicBezTo>
                  <a:lnTo>
                    <a:pt x="4096" y="1797"/>
                  </a:lnTo>
                  <a:cubicBezTo>
                    <a:pt x="4096" y="1576"/>
                    <a:pt x="4065" y="1356"/>
                    <a:pt x="4033" y="1198"/>
                  </a:cubicBezTo>
                  <a:cubicBezTo>
                    <a:pt x="3876" y="694"/>
                    <a:pt x="3561" y="284"/>
                    <a:pt x="3120" y="1"/>
                  </a:cubicBezTo>
                  <a:cubicBezTo>
                    <a:pt x="2804" y="253"/>
                    <a:pt x="2458" y="410"/>
                    <a:pt x="2048" y="410"/>
                  </a:cubicBezTo>
                  <a:cubicBezTo>
                    <a:pt x="1670" y="410"/>
                    <a:pt x="1261" y="253"/>
                    <a:pt x="100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CustomShape 1"/>
          <p:cNvSpPr/>
          <p:nvPr/>
        </p:nvSpPr>
        <p:spPr>
          <a:xfrm>
            <a:off x="720000" y="445320"/>
            <a:ext cx="77011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1600" spc="-1" strike="noStrike">
                <a:solidFill>
                  <a:srgbClr val="ffffff"/>
                </a:solidFill>
                <a:latin typeface="DM Sans"/>
                <a:ea typeface="DM Sans"/>
              </a:rPr>
              <a:t>Example 1 - Basic Logic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69" name="CustomShape 2"/>
          <p:cNvSpPr/>
          <p:nvPr/>
        </p:nvSpPr>
        <p:spPr>
          <a:xfrm>
            <a:off x="6436800" y="133020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Features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0" name="CustomShape 3"/>
          <p:cNvSpPr/>
          <p:nvPr/>
        </p:nvSpPr>
        <p:spPr>
          <a:xfrm>
            <a:off x="6436800" y="240228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Users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1" name="CustomShape 4"/>
          <p:cNvSpPr/>
          <p:nvPr/>
        </p:nvSpPr>
        <p:spPr>
          <a:xfrm>
            <a:off x="6436440" y="3403800"/>
            <a:ext cx="175428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2" name="CustomShape 5"/>
          <p:cNvSpPr/>
          <p:nvPr/>
        </p:nvSpPr>
        <p:spPr>
          <a:xfrm>
            <a:off x="5736960" y="136620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CustomShape 6"/>
          <p:cNvSpPr/>
          <p:nvPr/>
        </p:nvSpPr>
        <p:spPr>
          <a:xfrm>
            <a:off x="5736960" y="242856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4" name="CustomShape 7"/>
          <p:cNvSpPr/>
          <p:nvPr/>
        </p:nvSpPr>
        <p:spPr>
          <a:xfrm>
            <a:off x="5736960" y="349092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5" name="CustomShape 8"/>
          <p:cNvSpPr/>
          <p:nvPr/>
        </p:nvSpPr>
        <p:spPr>
          <a:xfrm>
            <a:off x="6436800" y="1601640"/>
            <a:ext cx="17542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Simple validation and advice workflows. No code.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6" name="CustomShape 9"/>
          <p:cNvSpPr/>
          <p:nvPr/>
        </p:nvSpPr>
        <p:spPr>
          <a:xfrm>
            <a:off x="6436800" y="2697840"/>
            <a:ext cx="175428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Beginners. Try rules and execution sequence.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7" name="CustomShape 10"/>
          <p:cNvSpPr/>
          <p:nvPr/>
        </p:nvSpPr>
        <p:spPr>
          <a:xfrm>
            <a:off x="6436440" y="3716640"/>
            <a:ext cx="1754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Understand logic and why each event is triggered.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678" name="Group 11"/>
          <p:cNvGrpSpPr/>
          <p:nvPr/>
        </p:nvGrpSpPr>
        <p:grpSpPr>
          <a:xfrm>
            <a:off x="5802840" y="1432440"/>
            <a:ext cx="336240" cy="336960"/>
            <a:chOff x="5802840" y="1432440"/>
            <a:chExt cx="336240" cy="336960"/>
          </a:xfrm>
        </p:grpSpPr>
        <p:sp>
          <p:nvSpPr>
            <p:cNvPr id="679" name="CustomShape 12"/>
            <p:cNvSpPr/>
            <p:nvPr/>
          </p:nvSpPr>
          <p:spPr>
            <a:xfrm>
              <a:off x="5962680" y="15325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CustomShape 13"/>
            <p:cNvSpPr/>
            <p:nvPr/>
          </p:nvSpPr>
          <p:spPr>
            <a:xfrm>
              <a:off x="6041880" y="15919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CustomShape 14"/>
            <p:cNvSpPr/>
            <p:nvPr/>
          </p:nvSpPr>
          <p:spPr>
            <a:xfrm>
              <a:off x="5883120" y="15919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CustomShape 15"/>
            <p:cNvSpPr/>
            <p:nvPr/>
          </p:nvSpPr>
          <p:spPr>
            <a:xfrm>
              <a:off x="5802840" y="1712520"/>
              <a:ext cx="336240" cy="56880"/>
            </a:xfrm>
            <a:custGeom>
              <a:avLst/>
              <a:gdLst/>
              <a:ahLst/>
              <a:rect l="l" t="t" r="r" b="b"/>
              <a:pathLst>
                <a:path w="19273" h="3389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CustomShape 16"/>
            <p:cNvSpPr/>
            <p:nvPr/>
          </p:nvSpPr>
          <p:spPr>
            <a:xfrm>
              <a:off x="5802840" y="1432440"/>
              <a:ext cx="336240" cy="256680"/>
            </a:xfrm>
            <a:custGeom>
              <a:avLst/>
              <a:gdLst/>
              <a:ahLst/>
              <a:rect l="l" t="t" r="r" b="b"/>
              <a:pathLst>
                <a:path w="19273" h="1472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4" name="Group 17"/>
          <p:cNvGrpSpPr/>
          <p:nvPr/>
        </p:nvGrpSpPr>
        <p:grpSpPr>
          <a:xfrm>
            <a:off x="5892840" y="2494440"/>
            <a:ext cx="156240" cy="336960"/>
            <a:chOff x="5892840" y="2494440"/>
            <a:chExt cx="156240" cy="336960"/>
          </a:xfrm>
        </p:grpSpPr>
        <p:sp>
          <p:nvSpPr>
            <p:cNvPr id="685" name="CustomShape 18"/>
            <p:cNvSpPr/>
            <p:nvPr/>
          </p:nvSpPr>
          <p:spPr>
            <a:xfrm>
              <a:off x="5942520" y="2494440"/>
              <a:ext cx="56880" cy="56880"/>
            </a:xfrm>
            <a:custGeom>
              <a:avLst/>
              <a:gdLst/>
              <a:ahLst/>
              <a:rect l="l" t="t" r="r" b="b"/>
              <a:pathLst>
                <a:path w="3388" h="3389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CustomShape 19"/>
            <p:cNvSpPr/>
            <p:nvPr/>
          </p:nvSpPr>
          <p:spPr>
            <a:xfrm>
              <a:off x="5892840" y="2574000"/>
              <a:ext cx="156240" cy="257400"/>
            </a:xfrm>
            <a:custGeom>
              <a:avLst/>
              <a:gdLst/>
              <a:ahLst/>
              <a:rect l="l" t="t" r="r" b="b"/>
              <a:pathLst>
                <a:path w="9035" h="14756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7" name="Group 20"/>
          <p:cNvGrpSpPr/>
          <p:nvPr/>
        </p:nvGrpSpPr>
        <p:grpSpPr>
          <a:xfrm>
            <a:off x="5801400" y="3556800"/>
            <a:ext cx="338040" cy="336960"/>
            <a:chOff x="5801400" y="3556800"/>
            <a:chExt cx="338040" cy="336960"/>
          </a:xfrm>
        </p:grpSpPr>
        <p:sp>
          <p:nvSpPr>
            <p:cNvPr id="688" name="CustomShape 21"/>
            <p:cNvSpPr/>
            <p:nvPr/>
          </p:nvSpPr>
          <p:spPr>
            <a:xfrm>
              <a:off x="5801760" y="3616560"/>
              <a:ext cx="337680" cy="277200"/>
            </a:xfrm>
            <a:custGeom>
              <a:avLst/>
              <a:gdLst/>
              <a:ahLst/>
              <a:rect l="l" t="t" r="r" b="b"/>
              <a:pathLst>
                <a:path w="19345" h="15887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CustomShape 22"/>
            <p:cNvSpPr/>
            <p:nvPr/>
          </p:nvSpPr>
          <p:spPr>
            <a:xfrm>
              <a:off x="5801400" y="3775320"/>
              <a:ext cx="98280" cy="58680"/>
            </a:xfrm>
            <a:custGeom>
              <a:avLst/>
              <a:gdLst/>
              <a:ahLst/>
              <a:rect l="l" t="t" r="r" b="b"/>
              <a:pathLst>
                <a:path w="5746" h="3503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CustomShape 23"/>
            <p:cNvSpPr/>
            <p:nvPr/>
          </p:nvSpPr>
          <p:spPr>
            <a:xfrm>
              <a:off x="5934960" y="3556800"/>
              <a:ext cx="204480" cy="136440"/>
            </a:xfrm>
            <a:custGeom>
              <a:avLst/>
              <a:gdLst/>
              <a:ahLst/>
              <a:rect l="l" t="t" r="r" b="b"/>
              <a:pathLst>
                <a:path w="11775" h="7906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91" name="Group 24"/>
          <p:cNvGrpSpPr/>
          <p:nvPr/>
        </p:nvGrpSpPr>
        <p:grpSpPr>
          <a:xfrm>
            <a:off x="300600" y="914400"/>
            <a:ext cx="5342400" cy="3886200"/>
            <a:chOff x="300600" y="914400"/>
            <a:chExt cx="5342400" cy="3886200"/>
          </a:xfrm>
        </p:grpSpPr>
        <p:sp>
          <p:nvSpPr>
            <p:cNvPr id="692" name="CustomShape 25"/>
            <p:cNvSpPr/>
            <p:nvPr/>
          </p:nvSpPr>
          <p:spPr>
            <a:xfrm>
              <a:off x="300600" y="914400"/>
              <a:ext cx="5342400" cy="3886200"/>
            </a:xfrm>
            <a:custGeom>
              <a:avLst/>
              <a:gdLst/>
              <a:ahLst/>
              <a:rect l="l" t="t" r="r" b="b"/>
              <a:pathLst>
                <a:path w="93205" h="18919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CustomShape 26"/>
            <p:cNvSpPr/>
            <p:nvPr/>
          </p:nvSpPr>
          <p:spPr>
            <a:xfrm>
              <a:off x="2351520" y="4543200"/>
              <a:ext cx="1329480" cy="158040"/>
            </a:xfrm>
            <a:custGeom>
              <a:avLst/>
              <a:gdLst/>
              <a:ahLst/>
              <a:rect l="l" t="t" r="r" b="b"/>
              <a:pathLst>
                <a:path w="23269" h="785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694" name="Google Shape;587;p39" descr=""/>
          <p:cNvPicPr/>
          <p:nvPr/>
        </p:nvPicPr>
        <p:blipFill>
          <a:blip r:embed="rId1"/>
          <a:srcRect l="1495" t="0" r="1491" b="0"/>
          <a:stretch/>
        </p:blipFill>
        <p:spPr>
          <a:xfrm>
            <a:off x="385200" y="1107000"/>
            <a:ext cx="5029200" cy="3393000"/>
          </a:xfrm>
          <a:prstGeom prst="rect">
            <a:avLst/>
          </a:prstGeom>
          <a:ln w="0">
            <a:noFill/>
          </a:ln>
        </p:spPr>
      </p:pic>
      <p:pic>
        <p:nvPicPr>
          <p:cNvPr id="695" name="Google Shape;588;p39" descr=""/>
          <p:cNvPicPr/>
          <p:nvPr/>
        </p:nvPicPr>
        <p:blipFill>
          <a:blip r:embed="rId2">
            <a:alphaModFix amt="50000"/>
          </a:blip>
          <a:stretch/>
        </p:blipFill>
        <p:spPr>
          <a:xfrm rot="8098200">
            <a:off x="8171280" y="2559600"/>
            <a:ext cx="520200" cy="520200"/>
          </a:xfrm>
          <a:prstGeom prst="rect">
            <a:avLst/>
          </a:prstGeom>
          <a:ln w="0">
            <a:noFill/>
          </a:ln>
        </p:spPr>
      </p:pic>
      <p:grpSp>
        <p:nvGrpSpPr>
          <p:cNvPr id="696" name="Group 27"/>
          <p:cNvGrpSpPr/>
          <p:nvPr/>
        </p:nvGrpSpPr>
        <p:grpSpPr>
          <a:xfrm>
            <a:off x="354960" y="298440"/>
            <a:ext cx="363600" cy="1157400"/>
            <a:chOff x="354960" y="298440"/>
            <a:chExt cx="363600" cy="1157400"/>
          </a:xfrm>
        </p:grpSpPr>
        <p:sp>
          <p:nvSpPr>
            <p:cNvPr id="697" name="CustomShape 28"/>
            <p:cNvSpPr/>
            <p:nvPr/>
          </p:nvSpPr>
          <p:spPr>
            <a:xfrm rot="16200000">
              <a:off x="20520" y="756000"/>
              <a:ext cx="1148400" cy="247320"/>
            </a:xfrm>
            <a:custGeom>
              <a:avLst/>
              <a:gdLst/>
              <a:ahLst/>
              <a:rect l="l" t="t" r="r" b="b"/>
              <a:pathLst>
                <a:path w="46002" h="10015">
                  <a:moveTo>
                    <a:pt x="46002" y="10015"/>
                  </a:moveTo>
                  <a:lnTo>
                    <a:pt x="26217" y="10015"/>
                  </a:lnTo>
                  <a:lnTo>
                    <a:pt x="16202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CustomShape 29"/>
            <p:cNvSpPr/>
            <p:nvPr/>
          </p:nvSpPr>
          <p:spPr>
            <a:xfrm rot="16200000">
              <a:off x="-92880" y="755640"/>
              <a:ext cx="1148400" cy="252000"/>
            </a:xfrm>
            <a:custGeom>
              <a:avLst/>
              <a:gdLst/>
              <a:ahLst/>
              <a:rect l="l" t="t" r="r" b="b"/>
              <a:pathLst>
                <a:path w="46002" h="10199">
                  <a:moveTo>
                    <a:pt x="46002" y="10199"/>
                  </a:moveTo>
                  <a:lnTo>
                    <a:pt x="27626" y="10199"/>
                  </a:lnTo>
                  <a:lnTo>
                    <a:pt x="1742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diamond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CustomShape 30"/>
            <p:cNvSpPr/>
            <p:nvPr/>
          </p:nvSpPr>
          <p:spPr>
            <a:xfrm rot="5400000">
              <a:off x="272880" y="503640"/>
              <a:ext cx="4107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CustomShape 1"/>
          <p:cNvSpPr/>
          <p:nvPr/>
        </p:nvSpPr>
        <p:spPr>
          <a:xfrm>
            <a:off x="720000" y="445320"/>
            <a:ext cx="77011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1600" spc="-1" strike="noStrike">
                <a:solidFill>
                  <a:srgbClr val="ffffff"/>
                </a:solidFill>
                <a:latin typeface="DM Sans"/>
                <a:ea typeface="DM Sans"/>
              </a:rPr>
              <a:t>Example 2 - Band Logic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01" name="CustomShape 2"/>
          <p:cNvSpPr/>
          <p:nvPr/>
        </p:nvSpPr>
        <p:spPr>
          <a:xfrm>
            <a:off x="6436800" y="133020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Features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2" name="CustomShape 3"/>
          <p:cNvSpPr/>
          <p:nvPr/>
        </p:nvSpPr>
        <p:spPr>
          <a:xfrm>
            <a:off x="6436800" y="240228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Users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3" name="CustomShape 4"/>
          <p:cNvSpPr/>
          <p:nvPr/>
        </p:nvSpPr>
        <p:spPr>
          <a:xfrm>
            <a:off x="6436440" y="3403800"/>
            <a:ext cx="175428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4" name="CustomShape 5"/>
          <p:cNvSpPr/>
          <p:nvPr/>
        </p:nvSpPr>
        <p:spPr>
          <a:xfrm>
            <a:off x="5736960" y="136620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5" name="CustomShape 6"/>
          <p:cNvSpPr/>
          <p:nvPr/>
        </p:nvSpPr>
        <p:spPr>
          <a:xfrm>
            <a:off x="5736960" y="242856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CustomShape 7"/>
          <p:cNvSpPr/>
          <p:nvPr/>
        </p:nvSpPr>
        <p:spPr>
          <a:xfrm>
            <a:off x="5736960" y="349092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CustomShape 8"/>
          <p:cNvSpPr/>
          <p:nvPr/>
        </p:nvSpPr>
        <p:spPr>
          <a:xfrm>
            <a:off x="6436800" y="1601640"/>
            <a:ext cx="17542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Mix basic and tabular logic. Supports range and value lookups.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8" name="CustomShape 9"/>
          <p:cNvSpPr/>
          <p:nvPr/>
        </p:nvSpPr>
        <p:spPr>
          <a:xfrm>
            <a:off x="6436800" y="2697840"/>
            <a:ext cx="175428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Business Analysts, Subject Matter Experts.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9" name="CustomShape 10"/>
          <p:cNvSpPr/>
          <p:nvPr/>
        </p:nvSpPr>
        <p:spPr>
          <a:xfrm>
            <a:off x="6436440" y="3716640"/>
            <a:ext cx="1754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Realistic and works for majoritiy of the use cases.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710" name="Group 11"/>
          <p:cNvGrpSpPr/>
          <p:nvPr/>
        </p:nvGrpSpPr>
        <p:grpSpPr>
          <a:xfrm>
            <a:off x="5802840" y="1432440"/>
            <a:ext cx="336240" cy="336960"/>
            <a:chOff x="5802840" y="1432440"/>
            <a:chExt cx="336240" cy="336960"/>
          </a:xfrm>
        </p:grpSpPr>
        <p:sp>
          <p:nvSpPr>
            <p:cNvPr id="711" name="CustomShape 12"/>
            <p:cNvSpPr/>
            <p:nvPr/>
          </p:nvSpPr>
          <p:spPr>
            <a:xfrm>
              <a:off x="5962680" y="15325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CustomShape 13"/>
            <p:cNvSpPr/>
            <p:nvPr/>
          </p:nvSpPr>
          <p:spPr>
            <a:xfrm>
              <a:off x="6041880" y="15919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CustomShape 14"/>
            <p:cNvSpPr/>
            <p:nvPr/>
          </p:nvSpPr>
          <p:spPr>
            <a:xfrm>
              <a:off x="5883120" y="15919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CustomShape 15"/>
            <p:cNvSpPr/>
            <p:nvPr/>
          </p:nvSpPr>
          <p:spPr>
            <a:xfrm>
              <a:off x="5802840" y="1712520"/>
              <a:ext cx="336240" cy="56880"/>
            </a:xfrm>
            <a:custGeom>
              <a:avLst/>
              <a:gdLst/>
              <a:ahLst/>
              <a:rect l="l" t="t" r="r" b="b"/>
              <a:pathLst>
                <a:path w="19273" h="3389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CustomShape 16"/>
            <p:cNvSpPr/>
            <p:nvPr/>
          </p:nvSpPr>
          <p:spPr>
            <a:xfrm>
              <a:off x="5802840" y="1432440"/>
              <a:ext cx="336240" cy="256680"/>
            </a:xfrm>
            <a:custGeom>
              <a:avLst/>
              <a:gdLst/>
              <a:ahLst/>
              <a:rect l="l" t="t" r="r" b="b"/>
              <a:pathLst>
                <a:path w="19273" h="1472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16" name="Group 17"/>
          <p:cNvGrpSpPr/>
          <p:nvPr/>
        </p:nvGrpSpPr>
        <p:grpSpPr>
          <a:xfrm>
            <a:off x="5892840" y="2494440"/>
            <a:ext cx="156240" cy="336960"/>
            <a:chOff x="5892840" y="2494440"/>
            <a:chExt cx="156240" cy="336960"/>
          </a:xfrm>
        </p:grpSpPr>
        <p:sp>
          <p:nvSpPr>
            <p:cNvPr id="717" name="CustomShape 18"/>
            <p:cNvSpPr/>
            <p:nvPr/>
          </p:nvSpPr>
          <p:spPr>
            <a:xfrm>
              <a:off x="5942520" y="2494440"/>
              <a:ext cx="56880" cy="56880"/>
            </a:xfrm>
            <a:custGeom>
              <a:avLst/>
              <a:gdLst/>
              <a:ahLst/>
              <a:rect l="l" t="t" r="r" b="b"/>
              <a:pathLst>
                <a:path w="3388" h="3389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8" name="CustomShape 19"/>
            <p:cNvSpPr/>
            <p:nvPr/>
          </p:nvSpPr>
          <p:spPr>
            <a:xfrm>
              <a:off x="5892840" y="2574000"/>
              <a:ext cx="156240" cy="257400"/>
            </a:xfrm>
            <a:custGeom>
              <a:avLst/>
              <a:gdLst/>
              <a:ahLst/>
              <a:rect l="l" t="t" r="r" b="b"/>
              <a:pathLst>
                <a:path w="9035" h="14756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19" name="Group 20"/>
          <p:cNvGrpSpPr/>
          <p:nvPr/>
        </p:nvGrpSpPr>
        <p:grpSpPr>
          <a:xfrm>
            <a:off x="5801400" y="3556800"/>
            <a:ext cx="338040" cy="336960"/>
            <a:chOff x="5801400" y="3556800"/>
            <a:chExt cx="338040" cy="336960"/>
          </a:xfrm>
        </p:grpSpPr>
        <p:sp>
          <p:nvSpPr>
            <p:cNvPr id="720" name="CustomShape 21"/>
            <p:cNvSpPr/>
            <p:nvPr/>
          </p:nvSpPr>
          <p:spPr>
            <a:xfrm>
              <a:off x="5801760" y="3616560"/>
              <a:ext cx="337680" cy="277200"/>
            </a:xfrm>
            <a:custGeom>
              <a:avLst/>
              <a:gdLst/>
              <a:ahLst/>
              <a:rect l="l" t="t" r="r" b="b"/>
              <a:pathLst>
                <a:path w="19345" h="15887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1" name="CustomShape 22"/>
            <p:cNvSpPr/>
            <p:nvPr/>
          </p:nvSpPr>
          <p:spPr>
            <a:xfrm>
              <a:off x="5801400" y="3775320"/>
              <a:ext cx="98280" cy="58680"/>
            </a:xfrm>
            <a:custGeom>
              <a:avLst/>
              <a:gdLst/>
              <a:ahLst/>
              <a:rect l="l" t="t" r="r" b="b"/>
              <a:pathLst>
                <a:path w="5746" h="3503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2" name="CustomShape 23"/>
            <p:cNvSpPr/>
            <p:nvPr/>
          </p:nvSpPr>
          <p:spPr>
            <a:xfrm>
              <a:off x="5934960" y="3556800"/>
              <a:ext cx="204480" cy="136440"/>
            </a:xfrm>
            <a:custGeom>
              <a:avLst/>
              <a:gdLst/>
              <a:ahLst/>
              <a:rect l="l" t="t" r="r" b="b"/>
              <a:pathLst>
                <a:path w="11775" h="7906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3" name="Group 24"/>
          <p:cNvGrpSpPr/>
          <p:nvPr/>
        </p:nvGrpSpPr>
        <p:grpSpPr>
          <a:xfrm>
            <a:off x="300600" y="932040"/>
            <a:ext cx="5378400" cy="3868560"/>
            <a:chOff x="300600" y="932040"/>
            <a:chExt cx="5378400" cy="3868560"/>
          </a:xfrm>
        </p:grpSpPr>
        <p:sp>
          <p:nvSpPr>
            <p:cNvPr id="724" name="CustomShape 25"/>
            <p:cNvSpPr/>
            <p:nvPr/>
          </p:nvSpPr>
          <p:spPr>
            <a:xfrm>
              <a:off x="300600" y="932040"/>
              <a:ext cx="5378400" cy="3868560"/>
            </a:xfrm>
            <a:custGeom>
              <a:avLst/>
              <a:gdLst/>
              <a:ahLst/>
              <a:rect l="l" t="t" r="r" b="b"/>
              <a:pathLst>
                <a:path w="93205" h="18919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5" name="CustomShape 26"/>
            <p:cNvSpPr/>
            <p:nvPr/>
          </p:nvSpPr>
          <p:spPr>
            <a:xfrm>
              <a:off x="2365560" y="4544280"/>
              <a:ext cx="1338120" cy="157320"/>
            </a:xfrm>
            <a:custGeom>
              <a:avLst/>
              <a:gdLst/>
              <a:ahLst/>
              <a:rect l="l" t="t" r="r" b="b"/>
              <a:pathLst>
                <a:path w="23269" h="785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726" name="Google Shape;587;p39_1" descr=""/>
          <p:cNvPicPr/>
          <p:nvPr/>
        </p:nvPicPr>
        <p:blipFill>
          <a:blip r:embed="rId1"/>
          <a:srcRect l="1507" t="0" r="1503" b="0"/>
          <a:stretch/>
        </p:blipFill>
        <p:spPr>
          <a:xfrm>
            <a:off x="457200" y="1143000"/>
            <a:ext cx="5029200" cy="3164400"/>
          </a:xfrm>
          <a:prstGeom prst="rect">
            <a:avLst/>
          </a:prstGeom>
          <a:ln w="0">
            <a:noFill/>
          </a:ln>
        </p:spPr>
      </p:pic>
      <p:pic>
        <p:nvPicPr>
          <p:cNvPr id="727" name="Google Shape;588;p39_1" descr=""/>
          <p:cNvPicPr/>
          <p:nvPr/>
        </p:nvPicPr>
        <p:blipFill>
          <a:blip r:embed="rId2">
            <a:alphaModFix amt="50000"/>
          </a:blip>
          <a:stretch/>
        </p:blipFill>
        <p:spPr>
          <a:xfrm rot="8098200">
            <a:off x="8171280" y="2559600"/>
            <a:ext cx="520200" cy="520200"/>
          </a:xfrm>
          <a:prstGeom prst="rect">
            <a:avLst/>
          </a:prstGeom>
          <a:ln w="0">
            <a:noFill/>
          </a:ln>
        </p:spPr>
      </p:pic>
      <p:grpSp>
        <p:nvGrpSpPr>
          <p:cNvPr id="728" name="Group 27"/>
          <p:cNvGrpSpPr/>
          <p:nvPr/>
        </p:nvGrpSpPr>
        <p:grpSpPr>
          <a:xfrm>
            <a:off x="354960" y="298440"/>
            <a:ext cx="363600" cy="1157400"/>
            <a:chOff x="354960" y="298440"/>
            <a:chExt cx="363600" cy="1157400"/>
          </a:xfrm>
        </p:grpSpPr>
        <p:sp>
          <p:nvSpPr>
            <p:cNvPr id="729" name="CustomShape 28"/>
            <p:cNvSpPr/>
            <p:nvPr/>
          </p:nvSpPr>
          <p:spPr>
            <a:xfrm rot="16200000">
              <a:off x="20520" y="756000"/>
              <a:ext cx="1148400" cy="247320"/>
            </a:xfrm>
            <a:custGeom>
              <a:avLst/>
              <a:gdLst/>
              <a:ahLst/>
              <a:rect l="l" t="t" r="r" b="b"/>
              <a:pathLst>
                <a:path w="46002" h="10015">
                  <a:moveTo>
                    <a:pt x="46002" y="10015"/>
                  </a:moveTo>
                  <a:lnTo>
                    <a:pt x="26217" y="10015"/>
                  </a:lnTo>
                  <a:lnTo>
                    <a:pt x="16202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0" name="CustomShape 29"/>
            <p:cNvSpPr/>
            <p:nvPr/>
          </p:nvSpPr>
          <p:spPr>
            <a:xfrm rot="16200000">
              <a:off x="-92880" y="755640"/>
              <a:ext cx="1148400" cy="252000"/>
            </a:xfrm>
            <a:custGeom>
              <a:avLst/>
              <a:gdLst/>
              <a:ahLst/>
              <a:rect l="l" t="t" r="r" b="b"/>
              <a:pathLst>
                <a:path w="46002" h="10199">
                  <a:moveTo>
                    <a:pt x="46002" y="10199"/>
                  </a:moveTo>
                  <a:lnTo>
                    <a:pt x="27626" y="10199"/>
                  </a:lnTo>
                  <a:lnTo>
                    <a:pt x="1742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diamond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1" name="CustomShape 30"/>
            <p:cNvSpPr/>
            <p:nvPr/>
          </p:nvSpPr>
          <p:spPr>
            <a:xfrm rot="5400000">
              <a:off x="272880" y="503640"/>
              <a:ext cx="4107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CustomShape 1"/>
          <p:cNvSpPr/>
          <p:nvPr/>
        </p:nvSpPr>
        <p:spPr>
          <a:xfrm>
            <a:off x="720000" y="445320"/>
            <a:ext cx="77011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1600" spc="-1" strike="noStrike">
                <a:solidFill>
                  <a:srgbClr val="ffffff"/>
                </a:solidFill>
                <a:latin typeface="DM Sans"/>
                <a:ea typeface="DM Sans"/>
              </a:rPr>
              <a:t>Example 3 - Advanced Logic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33" name="CustomShape 2"/>
          <p:cNvSpPr/>
          <p:nvPr/>
        </p:nvSpPr>
        <p:spPr>
          <a:xfrm>
            <a:off x="6436800" y="133020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Features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34" name="CustomShape 3"/>
          <p:cNvSpPr/>
          <p:nvPr/>
        </p:nvSpPr>
        <p:spPr>
          <a:xfrm>
            <a:off x="6436800" y="240228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Users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35" name="CustomShape 4"/>
          <p:cNvSpPr/>
          <p:nvPr/>
        </p:nvSpPr>
        <p:spPr>
          <a:xfrm>
            <a:off x="6436440" y="3403800"/>
            <a:ext cx="175428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Value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36" name="CustomShape 5"/>
          <p:cNvSpPr/>
          <p:nvPr/>
        </p:nvSpPr>
        <p:spPr>
          <a:xfrm>
            <a:off x="5736960" y="136620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7" name="CustomShape 6"/>
          <p:cNvSpPr/>
          <p:nvPr/>
        </p:nvSpPr>
        <p:spPr>
          <a:xfrm>
            <a:off x="5736960" y="242856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8" name="CustomShape 7"/>
          <p:cNvSpPr/>
          <p:nvPr/>
        </p:nvSpPr>
        <p:spPr>
          <a:xfrm>
            <a:off x="5736960" y="349092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9" name="CustomShape 8"/>
          <p:cNvSpPr/>
          <p:nvPr/>
        </p:nvSpPr>
        <p:spPr>
          <a:xfrm>
            <a:off x="6436800" y="1601640"/>
            <a:ext cx="17542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Support for common math expressions. Low code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0" name="CustomShape 9"/>
          <p:cNvSpPr/>
          <p:nvPr/>
        </p:nvSpPr>
        <p:spPr>
          <a:xfrm>
            <a:off x="6436800" y="2697840"/>
            <a:ext cx="175428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Business Analysts, Tech Support, System Integrators.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1" name="CustomShape 10"/>
          <p:cNvSpPr/>
          <p:nvPr/>
        </p:nvSpPr>
        <p:spPr>
          <a:xfrm>
            <a:off x="6436440" y="3716640"/>
            <a:ext cx="1754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Flexibility. Support for highly technical rules.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742" name="Group 11"/>
          <p:cNvGrpSpPr/>
          <p:nvPr/>
        </p:nvGrpSpPr>
        <p:grpSpPr>
          <a:xfrm>
            <a:off x="5802840" y="1432440"/>
            <a:ext cx="336240" cy="336960"/>
            <a:chOff x="5802840" y="1432440"/>
            <a:chExt cx="336240" cy="336960"/>
          </a:xfrm>
        </p:grpSpPr>
        <p:sp>
          <p:nvSpPr>
            <p:cNvPr id="743" name="CustomShape 12"/>
            <p:cNvSpPr/>
            <p:nvPr/>
          </p:nvSpPr>
          <p:spPr>
            <a:xfrm>
              <a:off x="5962680" y="15325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4" name="CustomShape 13"/>
            <p:cNvSpPr/>
            <p:nvPr/>
          </p:nvSpPr>
          <p:spPr>
            <a:xfrm>
              <a:off x="6041880" y="15919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5" name="CustomShape 14"/>
            <p:cNvSpPr/>
            <p:nvPr/>
          </p:nvSpPr>
          <p:spPr>
            <a:xfrm>
              <a:off x="5883120" y="15919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6" name="CustomShape 15"/>
            <p:cNvSpPr/>
            <p:nvPr/>
          </p:nvSpPr>
          <p:spPr>
            <a:xfrm>
              <a:off x="5802840" y="1712520"/>
              <a:ext cx="336240" cy="56880"/>
            </a:xfrm>
            <a:custGeom>
              <a:avLst/>
              <a:gdLst/>
              <a:ahLst/>
              <a:rect l="l" t="t" r="r" b="b"/>
              <a:pathLst>
                <a:path w="19273" h="3389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7" name="CustomShape 16"/>
            <p:cNvSpPr/>
            <p:nvPr/>
          </p:nvSpPr>
          <p:spPr>
            <a:xfrm>
              <a:off x="5802840" y="1432440"/>
              <a:ext cx="336240" cy="256680"/>
            </a:xfrm>
            <a:custGeom>
              <a:avLst/>
              <a:gdLst/>
              <a:ahLst/>
              <a:rect l="l" t="t" r="r" b="b"/>
              <a:pathLst>
                <a:path w="19273" h="1472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48" name="Group 17"/>
          <p:cNvGrpSpPr/>
          <p:nvPr/>
        </p:nvGrpSpPr>
        <p:grpSpPr>
          <a:xfrm>
            <a:off x="5892840" y="2494440"/>
            <a:ext cx="156240" cy="336960"/>
            <a:chOff x="5892840" y="2494440"/>
            <a:chExt cx="156240" cy="336960"/>
          </a:xfrm>
        </p:grpSpPr>
        <p:sp>
          <p:nvSpPr>
            <p:cNvPr id="749" name="CustomShape 18"/>
            <p:cNvSpPr/>
            <p:nvPr/>
          </p:nvSpPr>
          <p:spPr>
            <a:xfrm>
              <a:off x="5942520" y="2494440"/>
              <a:ext cx="56880" cy="56880"/>
            </a:xfrm>
            <a:custGeom>
              <a:avLst/>
              <a:gdLst/>
              <a:ahLst/>
              <a:rect l="l" t="t" r="r" b="b"/>
              <a:pathLst>
                <a:path w="3388" h="3389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0" name="CustomShape 19"/>
            <p:cNvSpPr/>
            <p:nvPr/>
          </p:nvSpPr>
          <p:spPr>
            <a:xfrm>
              <a:off x="5892840" y="2574000"/>
              <a:ext cx="156240" cy="257400"/>
            </a:xfrm>
            <a:custGeom>
              <a:avLst/>
              <a:gdLst/>
              <a:ahLst/>
              <a:rect l="l" t="t" r="r" b="b"/>
              <a:pathLst>
                <a:path w="9035" h="14756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51" name="Group 20"/>
          <p:cNvGrpSpPr/>
          <p:nvPr/>
        </p:nvGrpSpPr>
        <p:grpSpPr>
          <a:xfrm>
            <a:off x="5801400" y="3556800"/>
            <a:ext cx="338040" cy="336960"/>
            <a:chOff x="5801400" y="3556800"/>
            <a:chExt cx="338040" cy="336960"/>
          </a:xfrm>
        </p:grpSpPr>
        <p:sp>
          <p:nvSpPr>
            <p:cNvPr id="752" name="CustomShape 21"/>
            <p:cNvSpPr/>
            <p:nvPr/>
          </p:nvSpPr>
          <p:spPr>
            <a:xfrm>
              <a:off x="5801760" y="3616560"/>
              <a:ext cx="337680" cy="277200"/>
            </a:xfrm>
            <a:custGeom>
              <a:avLst/>
              <a:gdLst/>
              <a:ahLst/>
              <a:rect l="l" t="t" r="r" b="b"/>
              <a:pathLst>
                <a:path w="19345" h="15887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3" name="CustomShape 22"/>
            <p:cNvSpPr/>
            <p:nvPr/>
          </p:nvSpPr>
          <p:spPr>
            <a:xfrm>
              <a:off x="5801400" y="3775320"/>
              <a:ext cx="98280" cy="58680"/>
            </a:xfrm>
            <a:custGeom>
              <a:avLst/>
              <a:gdLst/>
              <a:ahLst/>
              <a:rect l="l" t="t" r="r" b="b"/>
              <a:pathLst>
                <a:path w="5746" h="3503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4" name="CustomShape 23"/>
            <p:cNvSpPr/>
            <p:nvPr/>
          </p:nvSpPr>
          <p:spPr>
            <a:xfrm>
              <a:off x="5934960" y="3556800"/>
              <a:ext cx="204480" cy="136440"/>
            </a:xfrm>
            <a:custGeom>
              <a:avLst/>
              <a:gdLst/>
              <a:ahLst/>
              <a:rect l="l" t="t" r="r" b="b"/>
              <a:pathLst>
                <a:path w="11775" h="7906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55" name="Group 24"/>
          <p:cNvGrpSpPr/>
          <p:nvPr/>
        </p:nvGrpSpPr>
        <p:grpSpPr>
          <a:xfrm>
            <a:off x="300600" y="914400"/>
            <a:ext cx="5256360" cy="3886200"/>
            <a:chOff x="300600" y="914400"/>
            <a:chExt cx="5256360" cy="3886200"/>
          </a:xfrm>
        </p:grpSpPr>
        <p:sp>
          <p:nvSpPr>
            <p:cNvPr id="756" name="CustomShape 25"/>
            <p:cNvSpPr/>
            <p:nvPr/>
          </p:nvSpPr>
          <p:spPr>
            <a:xfrm>
              <a:off x="300600" y="914400"/>
              <a:ext cx="5256360" cy="3886200"/>
            </a:xfrm>
            <a:custGeom>
              <a:avLst/>
              <a:gdLst/>
              <a:ahLst/>
              <a:rect l="l" t="t" r="r" b="b"/>
              <a:pathLst>
                <a:path w="93205" h="18919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7" name="CustomShape 26"/>
            <p:cNvSpPr/>
            <p:nvPr/>
          </p:nvSpPr>
          <p:spPr>
            <a:xfrm>
              <a:off x="2318760" y="4543200"/>
              <a:ext cx="1307880" cy="158040"/>
            </a:xfrm>
            <a:custGeom>
              <a:avLst/>
              <a:gdLst/>
              <a:ahLst/>
              <a:rect l="l" t="t" r="r" b="b"/>
              <a:pathLst>
                <a:path w="23269" h="785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758" name="Google Shape;587;p39_2" descr=""/>
          <p:cNvPicPr/>
          <p:nvPr/>
        </p:nvPicPr>
        <p:blipFill>
          <a:blip r:embed="rId1"/>
          <a:srcRect l="1369" t="0" r="1365" b="0"/>
          <a:stretch/>
        </p:blipFill>
        <p:spPr>
          <a:xfrm>
            <a:off x="493200" y="1087560"/>
            <a:ext cx="4800600" cy="3327840"/>
          </a:xfrm>
          <a:prstGeom prst="rect">
            <a:avLst/>
          </a:prstGeom>
          <a:ln w="0">
            <a:noFill/>
          </a:ln>
        </p:spPr>
      </p:pic>
      <p:pic>
        <p:nvPicPr>
          <p:cNvPr id="759" name="Google Shape;588;p39_2" descr=""/>
          <p:cNvPicPr/>
          <p:nvPr/>
        </p:nvPicPr>
        <p:blipFill>
          <a:blip r:embed="rId2">
            <a:alphaModFix amt="50000"/>
          </a:blip>
          <a:stretch/>
        </p:blipFill>
        <p:spPr>
          <a:xfrm rot="8098200">
            <a:off x="8171280" y="2559600"/>
            <a:ext cx="520200" cy="520200"/>
          </a:xfrm>
          <a:prstGeom prst="rect">
            <a:avLst/>
          </a:prstGeom>
          <a:ln w="0">
            <a:noFill/>
          </a:ln>
        </p:spPr>
      </p:pic>
      <p:grpSp>
        <p:nvGrpSpPr>
          <p:cNvPr id="760" name="Group 27"/>
          <p:cNvGrpSpPr/>
          <p:nvPr/>
        </p:nvGrpSpPr>
        <p:grpSpPr>
          <a:xfrm>
            <a:off x="354960" y="298440"/>
            <a:ext cx="363600" cy="1157400"/>
            <a:chOff x="354960" y="298440"/>
            <a:chExt cx="363600" cy="1157400"/>
          </a:xfrm>
        </p:grpSpPr>
        <p:sp>
          <p:nvSpPr>
            <p:cNvPr id="761" name="CustomShape 28"/>
            <p:cNvSpPr/>
            <p:nvPr/>
          </p:nvSpPr>
          <p:spPr>
            <a:xfrm rot="16200000">
              <a:off x="20520" y="756000"/>
              <a:ext cx="1148400" cy="247320"/>
            </a:xfrm>
            <a:custGeom>
              <a:avLst/>
              <a:gdLst/>
              <a:ahLst/>
              <a:rect l="l" t="t" r="r" b="b"/>
              <a:pathLst>
                <a:path w="46002" h="10015">
                  <a:moveTo>
                    <a:pt x="46002" y="10015"/>
                  </a:moveTo>
                  <a:lnTo>
                    <a:pt x="26217" y="10015"/>
                  </a:lnTo>
                  <a:lnTo>
                    <a:pt x="16202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2" name="CustomShape 29"/>
            <p:cNvSpPr/>
            <p:nvPr/>
          </p:nvSpPr>
          <p:spPr>
            <a:xfrm rot="16200000">
              <a:off x="-92880" y="755640"/>
              <a:ext cx="1148400" cy="252000"/>
            </a:xfrm>
            <a:custGeom>
              <a:avLst/>
              <a:gdLst/>
              <a:ahLst/>
              <a:rect l="l" t="t" r="r" b="b"/>
              <a:pathLst>
                <a:path w="46002" h="10199">
                  <a:moveTo>
                    <a:pt x="46002" y="10199"/>
                  </a:moveTo>
                  <a:lnTo>
                    <a:pt x="27626" y="10199"/>
                  </a:lnTo>
                  <a:lnTo>
                    <a:pt x="1742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diamond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3" name="CustomShape 30"/>
            <p:cNvSpPr/>
            <p:nvPr/>
          </p:nvSpPr>
          <p:spPr>
            <a:xfrm rot="5400000">
              <a:off x="272880" y="503640"/>
              <a:ext cx="4107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CustomShape 1"/>
          <p:cNvSpPr/>
          <p:nvPr/>
        </p:nvSpPr>
        <p:spPr>
          <a:xfrm>
            <a:off x="720000" y="445320"/>
            <a:ext cx="77011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ffffff"/>
                </a:solidFill>
                <a:latin typeface="DM Sans"/>
                <a:ea typeface="DM Sans"/>
              </a:rPr>
              <a:t>The Tech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65" name="CustomShape 2"/>
          <p:cNvSpPr/>
          <p:nvPr/>
        </p:nvSpPr>
        <p:spPr>
          <a:xfrm>
            <a:off x="972000" y="1231920"/>
            <a:ext cx="2283840" cy="3122640"/>
          </a:xfrm>
          <a:prstGeom prst="rect">
            <a:avLst/>
          </a:prstGeom>
          <a:solidFill>
            <a:schemeClr val="lt1"/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6" name="CustomShape 3"/>
          <p:cNvSpPr/>
          <p:nvPr/>
        </p:nvSpPr>
        <p:spPr>
          <a:xfrm>
            <a:off x="1759320" y="2308320"/>
            <a:ext cx="1496160" cy="2046600"/>
          </a:xfrm>
          <a:prstGeom prst="rect">
            <a:avLst/>
          </a:prstGeom>
          <a:solidFill>
            <a:schemeClr val="dk2"/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7" name="CustomShape 4"/>
          <p:cNvSpPr/>
          <p:nvPr/>
        </p:nvSpPr>
        <p:spPr>
          <a:xfrm>
            <a:off x="2419560" y="3210480"/>
            <a:ext cx="836280" cy="114444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8" name="CustomShape 5"/>
          <p:cNvSpPr/>
          <p:nvPr/>
        </p:nvSpPr>
        <p:spPr>
          <a:xfrm>
            <a:off x="3616200" y="2679120"/>
            <a:ext cx="48114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Built for public and private clouds. Works with Docker for on prem installations.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9" name="CustomShape 6"/>
          <p:cNvSpPr/>
          <p:nvPr/>
        </p:nvSpPr>
        <p:spPr>
          <a:xfrm>
            <a:off x="3616200" y="1611720"/>
            <a:ext cx="48114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REST apis ready out of the box. Support for GraphQL and gRPC currently underway.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0" name="CustomShape 7"/>
          <p:cNvSpPr/>
          <p:nvPr/>
        </p:nvSpPr>
        <p:spPr>
          <a:xfrm>
            <a:off x="3616200" y="3900600"/>
            <a:ext cx="48114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LLM with chat bot to explain and analyse the rules via natural language. Useful for quick references. Ongoing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1" name="CustomShape 8"/>
          <p:cNvSpPr/>
          <p:nvPr/>
        </p:nvSpPr>
        <p:spPr>
          <a:xfrm>
            <a:off x="3712680" y="3520800"/>
            <a:ext cx="1780920" cy="3765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AI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2" name="CustomShape 9"/>
          <p:cNvSpPr/>
          <p:nvPr/>
        </p:nvSpPr>
        <p:spPr>
          <a:xfrm>
            <a:off x="3712680" y="2299680"/>
            <a:ext cx="1780920" cy="3765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Cloud Native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3" name="CustomShape 10"/>
          <p:cNvSpPr/>
          <p:nvPr/>
        </p:nvSpPr>
        <p:spPr>
          <a:xfrm>
            <a:off x="3712680" y="1231920"/>
            <a:ext cx="1780920" cy="376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000000"/>
                </a:solidFill>
                <a:latin typeface="DM Sans"/>
                <a:ea typeface="DM Sans"/>
              </a:rPr>
              <a:t>API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774" name="Group 11"/>
          <p:cNvGrpSpPr/>
          <p:nvPr/>
        </p:nvGrpSpPr>
        <p:grpSpPr>
          <a:xfrm>
            <a:off x="282240" y="666360"/>
            <a:ext cx="391680" cy="1248120"/>
            <a:chOff x="282240" y="666360"/>
            <a:chExt cx="391680" cy="1248120"/>
          </a:xfrm>
        </p:grpSpPr>
        <p:sp>
          <p:nvSpPr>
            <p:cNvPr id="775" name="CustomShape 12"/>
            <p:cNvSpPr/>
            <p:nvPr/>
          </p:nvSpPr>
          <p:spPr>
            <a:xfrm flipV="1" rot="16200000">
              <a:off x="-143640" y="1096200"/>
              <a:ext cx="1248120" cy="387720"/>
            </a:xfrm>
            <a:custGeom>
              <a:avLst/>
              <a:gdLst/>
              <a:ahLst/>
              <a:rect l="l" t="t" r="r" b="b"/>
              <a:pathLst>
                <a:path w="55282" h="17273">
                  <a:moveTo>
                    <a:pt x="55282" y="17273"/>
                  </a:moveTo>
                  <a:lnTo>
                    <a:pt x="55282" y="9984"/>
                  </a:lnTo>
                  <a:lnTo>
                    <a:pt x="45298" y="0"/>
                  </a:lnTo>
                  <a:lnTo>
                    <a:pt x="8116" y="0"/>
                  </a:lnTo>
                  <a:lnTo>
                    <a:pt x="0" y="8116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CustomShape 13"/>
            <p:cNvSpPr/>
            <p:nvPr/>
          </p:nvSpPr>
          <p:spPr>
            <a:xfrm flipV="1" rot="16200000">
              <a:off x="-77760" y="1100520"/>
              <a:ext cx="1002600" cy="282240"/>
            </a:xfrm>
            <a:custGeom>
              <a:avLst/>
              <a:gdLst/>
              <a:ahLst/>
              <a:rect l="l" t="t" r="r" b="b"/>
              <a:pathLst>
                <a:path w="48619" h="13812">
                  <a:moveTo>
                    <a:pt x="48619" y="13812"/>
                  </a:moveTo>
                  <a:lnTo>
                    <a:pt x="48619" y="7870"/>
                  </a:lnTo>
                  <a:lnTo>
                    <a:pt x="40749" y="0"/>
                  </a:lnTo>
                  <a:lnTo>
                    <a:pt x="6048" y="0"/>
                  </a:lnTo>
                  <a:lnTo>
                    <a:pt x="0" y="6049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77" name="Group 14"/>
          <p:cNvGrpSpPr/>
          <p:nvPr/>
        </p:nvGrpSpPr>
        <p:grpSpPr>
          <a:xfrm>
            <a:off x="8594280" y="2253960"/>
            <a:ext cx="93960" cy="636480"/>
            <a:chOff x="8594280" y="2253960"/>
            <a:chExt cx="93960" cy="636480"/>
          </a:xfrm>
        </p:grpSpPr>
        <p:sp>
          <p:nvSpPr>
            <p:cNvPr id="778" name="CustomShape 15"/>
            <p:cNvSpPr/>
            <p:nvPr/>
          </p:nvSpPr>
          <p:spPr>
            <a:xfrm rot="5400000">
              <a:off x="8593920" y="2389680"/>
              <a:ext cx="9432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CustomShape 16"/>
            <p:cNvSpPr/>
            <p:nvPr/>
          </p:nvSpPr>
          <p:spPr>
            <a:xfrm rot="5400000">
              <a:off x="8594280" y="2525400"/>
              <a:ext cx="93960" cy="939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CustomShape 17"/>
            <p:cNvSpPr/>
            <p:nvPr/>
          </p:nvSpPr>
          <p:spPr>
            <a:xfrm rot="5400000">
              <a:off x="8594280" y="266112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CustomShape 18"/>
            <p:cNvSpPr/>
            <p:nvPr/>
          </p:nvSpPr>
          <p:spPr>
            <a:xfrm rot="5400000">
              <a:off x="8594280" y="225396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CustomShape 19"/>
            <p:cNvSpPr/>
            <p:nvPr/>
          </p:nvSpPr>
          <p:spPr>
            <a:xfrm rot="5400000">
              <a:off x="8594280" y="279648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CustomShape 1"/>
          <p:cNvSpPr/>
          <p:nvPr/>
        </p:nvSpPr>
        <p:spPr>
          <a:xfrm>
            <a:off x="720000" y="445320"/>
            <a:ext cx="77011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ffffff"/>
                </a:solidFill>
                <a:latin typeface="DM Sans"/>
                <a:ea typeface="DM Sans"/>
              </a:rPr>
              <a:t>Target Market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84" name="CustomShape 2"/>
          <p:cNvSpPr/>
          <p:nvPr/>
        </p:nvSpPr>
        <p:spPr>
          <a:xfrm>
            <a:off x="950040" y="129420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Microfinance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85" name="CustomShape 3"/>
          <p:cNvSpPr/>
          <p:nvPr/>
        </p:nvSpPr>
        <p:spPr>
          <a:xfrm>
            <a:off x="950040" y="236700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Health care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86" name="CustomShape 4"/>
          <p:cNvSpPr/>
          <p:nvPr/>
        </p:nvSpPr>
        <p:spPr>
          <a:xfrm>
            <a:off x="950040" y="3403800"/>
            <a:ext cx="175428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Lenders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87" name="CustomShape 5"/>
          <p:cNvSpPr/>
          <p:nvPr/>
        </p:nvSpPr>
        <p:spPr>
          <a:xfrm>
            <a:off x="6436800" y="133020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E commerce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88" name="CustomShape 6"/>
          <p:cNvSpPr/>
          <p:nvPr/>
        </p:nvSpPr>
        <p:spPr>
          <a:xfrm>
            <a:off x="6436800" y="2366280"/>
            <a:ext cx="175428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800" spc="-1" strike="noStrike">
                <a:solidFill>
                  <a:srgbClr val="ffffff"/>
                </a:solidFill>
                <a:latin typeface="DM Sans"/>
                <a:ea typeface="DM Sans"/>
              </a:rPr>
              <a:t>Insurance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89" name="CustomShape 7"/>
          <p:cNvSpPr/>
          <p:nvPr/>
        </p:nvSpPr>
        <p:spPr>
          <a:xfrm>
            <a:off x="6436440" y="3403800"/>
            <a:ext cx="175428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600" spc="-1" strike="noStrike">
                <a:solidFill>
                  <a:srgbClr val="ffffff"/>
                </a:solidFill>
                <a:latin typeface="DM Sans"/>
                <a:ea typeface="DM Sans"/>
              </a:rPr>
              <a:t>Tech Providers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90" name="CustomShape 8"/>
          <p:cNvSpPr/>
          <p:nvPr/>
        </p:nvSpPr>
        <p:spPr>
          <a:xfrm>
            <a:off x="2935800" y="136620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1" name="CustomShape 9"/>
          <p:cNvSpPr/>
          <p:nvPr/>
        </p:nvSpPr>
        <p:spPr>
          <a:xfrm>
            <a:off x="2935800" y="242856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2" name="CustomShape 10"/>
          <p:cNvSpPr/>
          <p:nvPr/>
        </p:nvSpPr>
        <p:spPr>
          <a:xfrm>
            <a:off x="2935800" y="349092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3" name="CustomShape 11"/>
          <p:cNvSpPr/>
          <p:nvPr/>
        </p:nvSpPr>
        <p:spPr>
          <a:xfrm>
            <a:off x="5736960" y="136620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4" name="CustomShape 12"/>
          <p:cNvSpPr/>
          <p:nvPr/>
        </p:nvSpPr>
        <p:spPr>
          <a:xfrm>
            <a:off x="5736960" y="242856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5" name="CustomShape 13"/>
          <p:cNvSpPr/>
          <p:nvPr/>
        </p:nvSpPr>
        <p:spPr>
          <a:xfrm>
            <a:off x="5736960" y="349092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6" name="CustomShape 14"/>
          <p:cNvSpPr/>
          <p:nvPr/>
        </p:nvSpPr>
        <p:spPr>
          <a:xfrm>
            <a:off x="950040" y="1565640"/>
            <a:ext cx="17542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Saccos</a:t>
            </a:r>
            <a:endParaRPr b="0" lang="en-US" sz="1200" spc="-1" strike="noStrike"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MFIs</a:t>
            </a:r>
            <a:endParaRPr b="0" lang="en-US" sz="1200" spc="-1" strike="noStrike"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797" name="CustomShape 15"/>
          <p:cNvSpPr/>
          <p:nvPr/>
        </p:nvSpPr>
        <p:spPr>
          <a:xfrm>
            <a:off x="950040" y="2625120"/>
            <a:ext cx="175428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Hospitals</a:t>
            </a:r>
            <a:endParaRPr b="0" lang="en-US" sz="1200" spc="-1" strike="noStrike"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HealthTech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98" name="CustomShape 16"/>
          <p:cNvSpPr/>
          <p:nvPr/>
        </p:nvSpPr>
        <p:spPr>
          <a:xfrm>
            <a:off x="950040" y="3716640"/>
            <a:ext cx="1754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Digital Lenders</a:t>
            </a:r>
            <a:endParaRPr b="0" lang="en-US" sz="1200" spc="-1" strike="noStrike"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Banks</a:t>
            </a:r>
            <a:endParaRPr b="0" lang="en-US" sz="1200" spc="-1" strike="noStrike"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799" name="CustomShape 17"/>
          <p:cNvSpPr/>
          <p:nvPr/>
        </p:nvSpPr>
        <p:spPr>
          <a:xfrm>
            <a:off x="6436800" y="1601640"/>
            <a:ext cx="17542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Online retailers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Logistics providers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0" name="CustomShape 18"/>
          <p:cNvSpPr/>
          <p:nvPr/>
        </p:nvSpPr>
        <p:spPr>
          <a:xfrm>
            <a:off x="6436800" y="2625840"/>
            <a:ext cx="175428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InsureTech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Insurance Companies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1" name="CustomShape 19"/>
          <p:cNvSpPr/>
          <p:nvPr/>
        </p:nvSpPr>
        <p:spPr>
          <a:xfrm>
            <a:off x="6436440" y="3680640"/>
            <a:ext cx="1754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Core System vendors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Tech Consultants 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802" name="Group 20"/>
          <p:cNvGrpSpPr/>
          <p:nvPr/>
        </p:nvGrpSpPr>
        <p:grpSpPr>
          <a:xfrm>
            <a:off x="2994120" y="1432440"/>
            <a:ext cx="351720" cy="336600"/>
            <a:chOff x="2994120" y="1432440"/>
            <a:chExt cx="351720" cy="336600"/>
          </a:xfrm>
        </p:grpSpPr>
        <p:sp>
          <p:nvSpPr>
            <p:cNvPr id="803" name="CustomShape 21"/>
            <p:cNvSpPr/>
            <p:nvPr/>
          </p:nvSpPr>
          <p:spPr>
            <a:xfrm>
              <a:off x="2994120" y="1432440"/>
              <a:ext cx="351720" cy="336600"/>
            </a:xfrm>
            <a:custGeom>
              <a:avLst/>
              <a:gdLst/>
              <a:ahLst/>
              <a:rect l="l" t="t" r="r" b="b"/>
              <a:pathLst>
                <a:path w="20155" h="19274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CustomShape 22"/>
            <p:cNvSpPr/>
            <p:nvPr/>
          </p:nvSpPr>
          <p:spPr>
            <a:xfrm>
              <a:off x="3117600" y="1472040"/>
              <a:ext cx="176040" cy="176400"/>
            </a:xfrm>
            <a:custGeom>
              <a:avLst/>
              <a:gdLst/>
              <a:ahLst/>
              <a:rect l="l" t="t" r="r" b="b"/>
              <a:pathLst>
                <a:path w="10164" h="10164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05" name="Group 23"/>
          <p:cNvGrpSpPr/>
          <p:nvPr/>
        </p:nvGrpSpPr>
        <p:grpSpPr>
          <a:xfrm>
            <a:off x="3003120" y="2520720"/>
            <a:ext cx="334080" cy="284040"/>
            <a:chOff x="3003120" y="2520720"/>
            <a:chExt cx="334080" cy="284040"/>
          </a:xfrm>
        </p:grpSpPr>
        <p:sp>
          <p:nvSpPr>
            <p:cNvPr id="806" name="CustomShape 24"/>
            <p:cNvSpPr/>
            <p:nvPr/>
          </p:nvSpPr>
          <p:spPr>
            <a:xfrm>
              <a:off x="3255840" y="2658240"/>
              <a:ext cx="57600" cy="63000"/>
            </a:xfrm>
            <a:custGeom>
              <a:avLst/>
              <a:gdLst/>
              <a:ahLst/>
              <a:rect l="l" t="t" r="r" b="b"/>
              <a:pathLst>
                <a:path w="3443" h="3738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CustomShape 25"/>
            <p:cNvSpPr/>
            <p:nvPr/>
          </p:nvSpPr>
          <p:spPr>
            <a:xfrm>
              <a:off x="3169080" y="2572560"/>
              <a:ext cx="64080" cy="63000"/>
            </a:xfrm>
            <a:custGeom>
              <a:avLst/>
              <a:gdLst/>
              <a:ahLst/>
              <a:rect l="l" t="t" r="r" b="b"/>
              <a:pathLst>
                <a:path w="3804" h="3741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8" name="CustomShape 26"/>
            <p:cNvSpPr/>
            <p:nvPr/>
          </p:nvSpPr>
          <p:spPr>
            <a:xfrm>
              <a:off x="3255840" y="2572560"/>
              <a:ext cx="81360" cy="63000"/>
            </a:xfrm>
            <a:custGeom>
              <a:avLst/>
              <a:gdLst/>
              <a:ahLst/>
              <a:rect l="l" t="t" r="r" b="b"/>
              <a:pathLst>
                <a:path w="4783" h="3741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9" name="CustomShape 27"/>
            <p:cNvSpPr/>
            <p:nvPr/>
          </p:nvSpPr>
          <p:spPr>
            <a:xfrm>
              <a:off x="3169080" y="2658240"/>
              <a:ext cx="64080" cy="63000"/>
            </a:xfrm>
            <a:custGeom>
              <a:avLst/>
              <a:gdLst/>
              <a:ahLst/>
              <a:rect l="l" t="t" r="r" b="b"/>
              <a:pathLst>
                <a:path w="3804" h="3738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0" name="CustomShape 28"/>
            <p:cNvSpPr/>
            <p:nvPr/>
          </p:nvSpPr>
          <p:spPr>
            <a:xfrm>
              <a:off x="3003120" y="2520720"/>
              <a:ext cx="143280" cy="114840"/>
            </a:xfrm>
            <a:custGeom>
              <a:avLst/>
              <a:gdLst/>
              <a:ahLst/>
              <a:rect l="l" t="t" r="r" b="b"/>
              <a:pathLst>
                <a:path w="8300" h="6695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1" name="CustomShape 29"/>
            <p:cNvSpPr/>
            <p:nvPr/>
          </p:nvSpPr>
          <p:spPr>
            <a:xfrm>
              <a:off x="3057480" y="2658240"/>
              <a:ext cx="258120" cy="146520"/>
            </a:xfrm>
            <a:custGeom>
              <a:avLst/>
              <a:gdLst/>
              <a:ahLst/>
              <a:rect l="l" t="t" r="r" b="b"/>
              <a:pathLst>
                <a:path w="14835" h="8471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12" name="Group 30"/>
          <p:cNvGrpSpPr/>
          <p:nvPr/>
        </p:nvGrpSpPr>
        <p:grpSpPr>
          <a:xfrm>
            <a:off x="3003120" y="3556800"/>
            <a:ext cx="336240" cy="336600"/>
            <a:chOff x="3003120" y="3556800"/>
            <a:chExt cx="336240" cy="336600"/>
          </a:xfrm>
        </p:grpSpPr>
        <p:sp>
          <p:nvSpPr>
            <p:cNvPr id="813" name="CustomShape 31"/>
            <p:cNvSpPr/>
            <p:nvPr/>
          </p:nvSpPr>
          <p:spPr>
            <a:xfrm>
              <a:off x="3003120" y="3556800"/>
              <a:ext cx="336240" cy="336600"/>
            </a:xfrm>
            <a:custGeom>
              <a:avLst/>
              <a:gdLst/>
              <a:ahLst/>
              <a:rect l="l" t="t" r="r" b="b"/>
              <a:pathLst>
                <a:path w="19273" h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4" name="CustomShape 32"/>
            <p:cNvSpPr/>
            <p:nvPr/>
          </p:nvSpPr>
          <p:spPr>
            <a:xfrm>
              <a:off x="3106440" y="3682080"/>
              <a:ext cx="131040" cy="85680"/>
            </a:xfrm>
            <a:custGeom>
              <a:avLst/>
              <a:gdLst/>
              <a:ahLst/>
              <a:rect l="l" t="t" r="r" b="b"/>
              <a:pathLst>
                <a:path w="7604" h="503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15" name="Group 33"/>
          <p:cNvGrpSpPr/>
          <p:nvPr/>
        </p:nvGrpSpPr>
        <p:grpSpPr>
          <a:xfrm>
            <a:off x="5802840" y="1432440"/>
            <a:ext cx="336240" cy="336960"/>
            <a:chOff x="5802840" y="1432440"/>
            <a:chExt cx="336240" cy="336960"/>
          </a:xfrm>
        </p:grpSpPr>
        <p:sp>
          <p:nvSpPr>
            <p:cNvPr id="816" name="CustomShape 34"/>
            <p:cNvSpPr/>
            <p:nvPr/>
          </p:nvSpPr>
          <p:spPr>
            <a:xfrm>
              <a:off x="5962680" y="15325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7" name="CustomShape 35"/>
            <p:cNvSpPr/>
            <p:nvPr/>
          </p:nvSpPr>
          <p:spPr>
            <a:xfrm>
              <a:off x="6041880" y="15919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8" name="CustomShape 36"/>
            <p:cNvSpPr/>
            <p:nvPr/>
          </p:nvSpPr>
          <p:spPr>
            <a:xfrm>
              <a:off x="5883120" y="1591920"/>
              <a:ext cx="16920" cy="16920"/>
            </a:xfrm>
            <a:custGeom>
              <a:avLst/>
              <a:gdLst/>
              <a:ahLst/>
              <a:rect l="l" t="t" r="r" b="b"/>
              <a:pathLst>
                <a:path w="1130" h="113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9" name="CustomShape 37"/>
            <p:cNvSpPr/>
            <p:nvPr/>
          </p:nvSpPr>
          <p:spPr>
            <a:xfrm>
              <a:off x="5802840" y="1712520"/>
              <a:ext cx="336240" cy="56880"/>
            </a:xfrm>
            <a:custGeom>
              <a:avLst/>
              <a:gdLst/>
              <a:ahLst/>
              <a:rect l="l" t="t" r="r" b="b"/>
              <a:pathLst>
                <a:path w="19273" h="3389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0" name="CustomShape 38"/>
            <p:cNvSpPr/>
            <p:nvPr/>
          </p:nvSpPr>
          <p:spPr>
            <a:xfrm>
              <a:off x="5802840" y="1432440"/>
              <a:ext cx="336240" cy="256680"/>
            </a:xfrm>
            <a:custGeom>
              <a:avLst/>
              <a:gdLst/>
              <a:ahLst/>
              <a:rect l="l" t="t" r="r" b="b"/>
              <a:pathLst>
                <a:path w="19273" h="1472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21" name="Group 39"/>
          <p:cNvGrpSpPr/>
          <p:nvPr/>
        </p:nvGrpSpPr>
        <p:grpSpPr>
          <a:xfrm>
            <a:off x="5892840" y="2494440"/>
            <a:ext cx="156240" cy="336960"/>
            <a:chOff x="5892840" y="2494440"/>
            <a:chExt cx="156240" cy="336960"/>
          </a:xfrm>
        </p:grpSpPr>
        <p:sp>
          <p:nvSpPr>
            <p:cNvPr id="822" name="CustomShape 40"/>
            <p:cNvSpPr/>
            <p:nvPr/>
          </p:nvSpPr>
          <p:spPr>
            <a:xfrm>
              <a:off x="5942520" y="2494440"/>
              <a:ext cx="56880" cy="56880"/>
            </a:xfrm>
            <a:custGeom>
              <a:avLst/>
              <a:gdLst/>
              <a:ahLst/>
              <a:rect l="l" t="t" r="r" b="b"/>
              <a:pathLst>
                <a:path w="3388" h="3389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3" name="CustomShape 41"/>
            <p:cNvSpPr/>
            <p:nvPr/>
          </p:nvSpPr>
          <p:spPr>
            <a:xfrm>
              <a:off x="5892840" y="2574000"/>
              <a:ext cx="156240" cy="257400"/>
            </a:xfrm>
            <a:custGeom>
              <a:avLst/>
              <a:gdLst/>
              <a:ahLst/>
              <a:rect l="l" t="t" r="r" b="b"/>
              <a:pathLst>
                <a:path w="9035" h="14756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24" name="Group 42"/>
          <p:cNvGrpSpPr/>
          <p:nvPr/>
        </p:nvGrpSpPr>
        <p:grpSpPr>
          <a:xfrm>
            <a:off x="5801400" y="3556800"/>
            <a:ext cx="338040" cy="336960"/>
            <a:chOff x="5801400" y="3556800"/>
            <a:chExt cx="338040" cy="336960"/>
          </a:xfrm>
        </p:grpSpPr>
        <p:sp>
          <p:nvSpPr>
            <p:cNvPr id="825" name="CustomShape 43"/>
            <p:cNvSpPr/>
            <p:nvPr/>
          </p:nvSpPr>
          <p:spPr>
            <a:xfrm>
              <a:off x="5801760" y="3616560"/>
              <a:ext cx="337680" cy="277200"/>
            </a:xfrm>
            <a:custGeom>
              <a:avLst/>
              <a:gdLst/>
              <a:ahLst/>
              <a:rect l="l" t="t" r="r" b="b"/>
              <a:pathLst>
                <a:path w="19345" h="15887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6" name="CustomShape 44"/>
            <p:cNvSpPr/>
            <p:nvPr/>
          </p:nvSpPr>
          <p:spPr>
            <a:xfrm>
              <a:off x="5801400" y="3775320"/>
              <a:ext cx="98280" cy="58680"/>
            </a:xfrm>
            <a:custGeom>
              <a:avLst/>
              <a:gdLst/>
              <a:ahLst/>
              <a:rect l="l" t="t" r="r" b="b"/>
              <a:pathLst>
                <a:path w="5746" h="3503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7" name="CustomShape 45"/>
            <p:cNvSpPr/>
            <p:nvPr/>
          </p:nvSpPr>
          <p:spPr>
            <a:xfrm>
              <a:off x="5934960" y="3556800"/>
              <a:ext cx="204480" cy="136440"/>
            </a:xfrm>
            <a:custGeom>
              <a:avLst/>
              <a:gdLst/>
              <a:ahLst/>
              <a:rect l="l" t="t" r="r" b="b"/>
              <a:pathLst>
                <a:path w="11775" h="7906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28" name="Group 46"/>
          <p:cNvGrpSpPr/>
          <p:nvPr/>
        </p:nvGrpSpPr>
        <p:grpSpPr>
          <a:xfrm>
            <a:off x="3796200" y="1358280"/>
            <a:ext cx="1548720" cy="3149280"/>
            <a:chOff x="3796200" y="1358280"/>
            <a:chExt cx="1548720" cy="3149280"/>
          </a:xfrm>
        </p:grpSpPr>
        <p:sp>
          <p:nvSpPr>
            <p:cNvPr id="829" name="CustomShape 47"/>
            <p:cNvSpPr/>
            <p:nvPr/>
          </p:nvSpPr>
          <p:spPr>
            <a:xfrm>
              <a:off x="3796200" y="1358280"/>
              <a:ext cx="1548720" cy="3149280"/>
            </a:xfrm>
            <a:custGeom>
              <a:avLst/>
              <a:gdLst/>
              <a:ahLst/>
              <a:rect l="l" t="t" r="r" b="b"/>
              <a:pathLst>
                <a:path w="93205" h="18919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0" name="CustomShape 48"/>
            <p:cNvSpPr/>
            <p:nvPr/>
          </p:nvSpPr>
          <p:spPr>
            <a:xfrm>
              <a:off x="4391280" y="4299120"/>
              <a:ext cx="384480" cy="127800"/>
            </a:xfrm>
            <a:custGeom>
              <a:avLst/>
              <a:gdLst/>
              <a:ahLst/>
              <a:rect l="l" t="t" r="r" b="b"/>
              <a:pathLst>
                <a:path w="23269" h="785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831" name="Google Shape;587;p39_0" descr=""/>
          <p:cNvPicPr/>
          <p:nvPr/>
        </p:nvPicPr>
        <p:blipFill>
          <a:blip r:embed="rId1"/>
          <a:srcRect l="3419" t="0" r="3409" b="0"/>
          <a:stretch/>
        </p:blipFill>
        <p:spPr>
          <a:xfrm>
            <a:off x="3868200" y="1512720"/>
            <a:ext cx="1404720" cy="2685240"/>
          </a:xfrm>
          <a:prstGeom prst="rect">
            <a:avLst/>
          </a:prstGeom>
          <a:ln w="0">
            <a:noFill/>
          </a:ln>
        </p:spPr>
      </p:pic>
      <p:pic>
        <p:nvPicPr>
          <p:cNvPr id="832" name="Google Shape;588;p39_0" descr=""/>
          <p:cNvPicPr/>
          <p:nvPr/>
        </p:nvPicPr>
        <p:blipFill>
          <a:blip r:embed="rId2">
            <a:alphaModFix amt="50000"/>
          </a:blip>
          <a:stretch/>
        </p:blipFill>
        <p:spPr>
          <a:xfrm rot="8098200">
            <a:off x="8171280" y="2559600"/>
            <a:ext cx="520200" cy="520200"/>
          </a:xfrm>
          <a:prstGeom prst="rect">
            <a:avLst/>
          </a:prstGeom>
          <a:ln w="0">
            <a:noFill/>
          </a:ln>
        </p:spPr>
      </p:pic>
      <p:grpSp>
        <p:nvGrpSpPr>
          <p:cNvPr id="833" name="Group 49"/>
          <p:cNvGrpSpPr/>
          <p:nvPr/>
        </p:nvGrpSpPr>
        <p:grpSpPr>
          <a:xfrm>
            <a:off x="354960" y="298440"/>
            <a:ext cx="363600" cy="1157400"/>
            <a:chOff x="354960" y="298440"/>
            <a:chExt cx="363600" cy="1157400"/>
          </a:xfrm>
        </p:grpSpPr>
        <p:sp>
          <p:nvSpPr>
            <p:cNvPr id="834" name="CustomShape 50"/>
            <p:cNvSpPr/>
            <p:nvPr/>
          </p:nvSpPr>
          <p:spPr>
            <a:xfrm rot="16200000">
              <a:off x="20520" y="756000"/>
              <a:ext cx="1148400" cy="247320"/>
            </a:xfrm>
            <a:custGeom>
              <a:avLst/>
              <a:gdLst/>
              <a:ahLst/>
              <a:rect l="l" t="t" r="r" b="b"/>
              <a:pathLst>
                <a:path w="46002" h="10015">
                  <a:moveTo>
                    <a:pt x="46002" y="10015"/>
                  </a:moveTo>
                  <a:lnTo>
                    <a:pt x="26217" y="10015"/>
                  </a:lnTo>
                  <a:lnTo>
                    <a:pt x="16202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5" name="CustomShape 51"/>
            <p:cNvSpPr/>
            <p:nvPr/>
          </p:nvSpPr>
          <p:spPr>
            <a:xfrm rot="16200000">
              <a:off x="-92880" y="755640"/>
              <a:ext cx="1148400" cy="252000"/>
            </a:xfrm>
            <a:custGeom>
              <a:avLst/>
              <a:gdLst/>
              <a:ahLst/>
              <a:rect l="l" t="t" r="r" b="b"/>
              <a:pathLst>
                <a:path w="46002" h="10199">
                  <a:moveTo>
                    <a:pt x="46002" y="10199"/>
                  </a:moveTo>
                  <a:lnTo>
                    <a:pt x="27626" y="10199"/>
                  </a:lnTo>
                  <a:lnTo>
                    <a:pt x="1742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diamond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6" name="CustomShape 52"/>
            <p:cNvSpPr/>
            <p:nvPr/>
          </p:nvSpPr>
          <p:spPr>
            <a:xfrm rot="5400000">
              <a:off x="272880" y="503640"/>
              <a:ext cx="4107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9525">
              <a:solidFill>
                <a:srgbClr val="ffffff"/>
              </a:solidFill>
              <a:round/>
              <a:tailEnd len="med" type="oval" w="med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CustomShape 1"/>
          <p:cNvSpPr/>
          <p:nvPr/>
        </p:nvSpPr>
        <p:spPr>
          <a:xfrm>
            <a:off x="789480" y="2797200"/>
            <a:ext cx="3326400" cy="325800"/>
          </a:xfrm>
          <a:prstGeom prst="rect">
            <a:avLst/>
          </a:pr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Faster, always up to date.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38" name="CustomShape 2"/>
          <p:cNvSpPr/>
          <p:nvPr/>
        </p:nvSpPr>
        <p:spPr>
          <a:xfrm>
            <a:off x="789480" y="2021760"/>
            <a:ext cx="348984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4000" spc="-1" strike="noStrike">
                <a:solidFill>
                  <a:srgbClr val="ffffff"/>
                </a:solidFill>
                <a:latin typeface="DM Sans"/>
                <a:ea typeface="DM Sans"/>
              </a:rPr>
              <a:t>Subscription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839" name="CustomShape 3"/>
          <p:cNvSpPr/>
          <p:nvPr/>
        </p:nvSpPr>
        <p:spPr>
          <a:xfrm>
            <a:off x="789480" y="705960"/>
            <a:ext cx="348984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4000" spc="-1" strike="noStrike">
                <a:solidFill>
                  <a:srgbClr val="ffffff"/>
                </a:solidFill>
                <a:latin typeface="DM Sans"/>
                <a:ea typeface="DM Sans"/>
              </a:rPr>
              <a:t>On Prem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840" name="CustomShape 4"/>
          <p:cNvSpPr/>
          <p:nvPr/>
        </p:nvSpPr>
        <p:spPr>
          <a:xfrm>
            <a:off x="789480" y="1481760"/>
            <a:ext cx="3326400" cy="325800"/>
          </a:xfrm>
          <a:prstGeom prst="rect">
            <a:avLst/>
          </a:pr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Higher Privacy, Security.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1" name="CustomShape 5"/>
          <p:cNvSpPr/>
          <p:nvPr/>
        </p:nvSpPr>
        <p:spPr>
          <a:xfrm>
            <a:off x="789480" y="3337560"/>
            <a:ext cx="348984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4000" spc="-1" strike="noStrike">
                <a:solidFill>
                  <a:srgbClr val="ffffff"/>
                </a:solidFill>
                <a:latin typeface="DM Sans"/>
                <a:ea typeface="DM Sans"/>
              </a:rPr>
              <a:t>Freemium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842" name="CustomShape 6"/>
          <p:cNvSpPr/>
          <p:nvPr/>
        </p:nvSpPr>
        <p:spPr>
          <a:xfrm>
            <a:off x="789480" y="4113000"/>
            <a:ext cx="3326400" cy="325800"/>
          </a:xfrm>
          <a:prstGeom prst="rect">
            <a:avLst/>
          </a:pr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Free tier with limited features.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843" name="Group 7"/>
          <p:cNvGrpSpPr/>
          <p:nvPr/>
        </p:nvGrpSpPr>
        <p:grpSpPr>
          <a:xfrm>
            <a:off x="5415840" y="274680"/>
            <a:ext cx="1503360" cy="1825560"/>
            <a:chOff x="5415840" y="274680"/>
            <a:chExt cx="1503360" cy="1825560"/>
          </a:xfrm>
        </p:grpSpPr>
        <p:pic>
          <p:nvPicPr>
            <p:cNvPr id="844" name="Google Shape;491;p35" descr=""/>
            <p:cNvPicPr/>
            <p:nvPr/>
          </p:nvPicPr>
          <p:blipFill>
            <a:blip r:embed="rId1"/>
            <a:stretch/>
          </p:blipFill>
          <p:spPr>
            <a:xfrm flipH="1" rot="5400000">
              <a:off x="5415840" y="596520"/>
              <a:ext cx="1503360" cy="1503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45" name="CustomShape 8"/>
            <p:cNvSpPr/>
            <p:nvPr/>
          </p:nvSpPr>
          <p:spPr>
            <a:xfrm rot="8100000">
              <a:off x="5937840" y="369360"/>
              <a:ext cx="457920" cy="458280"/>
            </a:xfrm>
            <a:prstGeom prst="roundRect">
              <a:avLst>
                <a:gd name="adj" fmla="val 16094"/>
              </a:avLst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46" name="Group 9"/>
          <p:cNvGrpSpPr/>
          <p:nvPr/>
        </p:nvGrpSpPr>
        <p:grpSpPr>
          <a:xfrm>
            <a:off x="4001760" y="3706200"/>
            <a:ext cx="1143720" cy="1144800"/>
            <a:chOff x="4001760" y="3706200"/>
            <a:chExt cx="1143720" cy="1144800"/>
          </a:xfrm>
        </p:grpSpPr>
        <p:pic>
          <p:nvPicPr>
            <p:cNvPr id="847" name="Google Shape;494;p35" descr=""/>
            <p:cNvPicPr/>
            <p:nvPr/>
          </p:nvPicPr>
          <p:blipFill>
            <a:blip r:embed="rId2">
              <a:alphaModFix amt="18000"/>
            </a:blip>
            <a:stretch/>
          </p:blipFill>
          <p:spPr>
            <a:xfrm flipH="1" rot="5400000">
              <a:off x="4001040" y="3706560"/>
              <a:ext cx="1144800" cy="114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848" name="Group 10"/>
            <p:cNvGrpSpPr/>
            <p:nvPr/>
          </p:nvGrpSpPr>
          <p:grpSpPr>
            <a:xfrm>
              <a:off x="4258440" y="4561920"/>
              <a:ext cx="636480" cy="93960"/>
              <a:chOff x="4258440" y="4561920"/>
              <a:chExt cx="636480" cy="93960"/>
            </a:xfrm>
          </p:grpSpPr>
          <p:sp>
            <p:nvSpPr>
              <p:cNvPr id="849" name="CustomShape 11"/>
              <p:cNvSpPr/>
              <p:nvPr/>
            </p:nvSpPr>
            <p:spPr>
              <a:xfrm rot="10800000">
                <a:off x="4665240" y="456192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0" name="CustomShape 12"/>
              <p:cNvSpPr/>
              <p:nvPr/>
            </p:nvSpPr>
            <p:spPr>
              <a:xfrm rot="10800000">
                <a:off x="4529880" y="4561920"/>
                <a:ext cx="93960" cy="93960"/>
              </a:xfrm>
              <a:prstGeom prst="ellipse">
                <a:avLst/>
              </a:prstGeom>
              <a:solidFill>
                <a:schemeClr val="dk1"/>
              </a:solidFill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1" name="CustomShape 13"/>
              <p:cNvSpPr/>
              <p:nvPr/>
            </p:nvSpPr>
            <p:spPr>
              <a:xfrm rot="10800000">
                <a:off x="4394160" y="456192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2" name="CustomShape 14"/>
              <p:cNvSpPr/>
              <p:nvPr/>
            </p:nvSpPr>
            <p:spPr>
              <a:xfrm rot="10800000">
                <a:off x="4800960" y="456192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3" name="CustomShape 15"/>
              <p:cNvSpPr/>
              <p:nvPr/>
            </p:nvSpPr>
            <p:spPr>
              <a:xfrm rot="10800000">
                <a:off x="4258440" y="4561920"/>
                <a:ext cx="93960" cy="93960"/>
              </a:xfrm>
              <a:prstGeom prst="ellipse">
                <a:avLst/>
              </a:prstGeom>
              <a:noFill/>
              <a:ln w="9525">
                <a:solidFill>
                  <a:schemeClr val="dk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CustomShape 1"/>
          <p:cNvSpPr/>
          <p:nvPr/>
        </p:nvSpPr>
        <p:spPr>
          <a:xfrm>
            <a:off x="1506240" y="1762560"/>
            <a:ext cx="6129000" cy="10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419" sz="6000" spc="-1" strike="noStrike">
                <a:solidFill>
                  <a:srgbClr val="ffffff"/>
                </a:solidFill>
                <a:latin typeface="DM Sans"/>
                <a:ea typeface="DM Sans"/>
              </a:rPr>
              <a:t>0$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855" name="CustomShape 2"/>
          <p:cNvSpPr/>
          <p:nvPr/>
        </p:nvSpPr>
        <p:spPr>
          <a:xfrm>
            <a:off x="1937520" y="2887560"/>
            <a:ext cx="5266080" cy="422640"/>
          </a:xfrm>
          <a:prstGeom prst="rect">
            <a:avLst/>
          </a:pr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419" sz="1500" spc="-1" strike="noStrike">
                <a:solidFill>
                  <a:srgbClr val="ffffff"/>
                </a:solidFill>
                <a:latin typeface="Open Sans"/>
                <a:ea typeface="Open Sans"/>
              </a:rPr>
              <a:t>Early adopters wanted !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CustomShape 1"/>
          <p:cNvSpPr/>
          <p:nvPr/>
        </p:nvSpPr>
        <p:spPr>
          <a:xfrm>
            <a:off x="713160" y="635400"/>
            <a:ext cx="3855600" cy="11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6500" spc="-1" strike="noStrike">
                <a:solidFill>
                  <a:srgbClr val="ffffff"/>
                </a:solidFill>
                <a:latin typeface="DM Sans"/>
                <a:ea typeface="DM Sans"/>
              </a:rPr>
              <a:t>Thanks!</a:t>
            </a:r>
            <a:endParaRPr b="0" lang="en-US" sz="6500" spc="-1" strike="noStrike">
              <a:latin typeface="Arial"/>
            </a:endParaRPr>
          </a:p>
        </p:txBody>
      </p:sp>
      <p:sp>
        <p:nvSpPr>
          <p:cNvPr id="857" name="CustomShape 2"/>
          <p:cNvSpPr/>
          <p:nvPr/>
        </p:nvSpPr>
        <p:spPr>
          <a:xfrm>
            <a:off x="713160" y="1818360"/>
            <a:ext cx="3855600" cy="9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300" spc="-1" strike="noStrike">
                <a:solidFill>
                  <a:srgbClr val="ffffff"/>
                </a:solidFill>
                <a:latin typeface="Open Sans"/>
                <a:ea typeface="Open Sans"/>
              </a:rPr>
              <a:t>Adios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ffffff"/>
                </a:solidFill>
                <a:latin typeface="Open Sans"/>
                <a:ea typeface="Open Sans"/>
              </a:rPr>
              <a:t>Mabura.zeguru@gmail.com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ffffff"/>
                </a:solidFill>
                <a:latin typeface="Open Sans"/>
                <a:ea typeface="Open Sans"/>
              </a:rPr>
              <a:t>Phone: on demand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ffffff"/>
                </a:solidFill>
                <a:latin typeface="Open Sans"/>
                <a:ea typeface="Open Sans"/>
              </a:rPr>
              <a:t>Web: under construction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8" name="CustomShape 3"/>
          <p:cNvSpPr/>
          <p:nvPr/>
        </p:nvSpPr>
        <p:spPr>
          <a:xfrm>
            <a:off x="779040" y="4251240"/>
            <a:ext cx="3130200" cy="308160"/>
          </a:xfrm>
          <a:prstGeom prst="rect">
            <a:avLst/>
          </a:prstGeom>
          <a:noFill/>
          <a:ln w="9525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ffffff"/>
                </a:solidFill>
                <a:latin typeface="Open Sans"/>
                <a:ea typeface="Open Sans"/>
              </a:rPr>
              <a:t>Please keep this slide for attribution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59" name="CustomShape 4"/>
          <p:cNvSpPr/>
          <p:nvPr/>
        </p:nvSpPr>
        <p:spPr>
          <a:xfrm>
            <a:off x="779040" y="293688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0" name="CustomShape 5"/>
          <p:cNvSpPr/>
          <p:nvPr/>
        </p:nvSpPr>
        <p:spPr>
          <a:xfrm>
            <a:off x="1640160" y="293688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1" name="CustomShape 6"/>
          <p:cNvSpPr/>
          <p:nvPr/>
        </p:nvSpPr>
        <p:spPr>
          <a:xfrm>
            <a:off x="2501640" y="2936880"/>
            <a:ext cx="468360" cy="468720"/>
          </a:xfrm>
          <a:prstGeom prst="roundRect">
            <a:avLst>
              <a:gd name="adj" fmla="val 16667"/>
            </a:avLst>
          </a:prstGeom>
          <a:solidFill>
            <a:srgbClr val="191919">
              <a:alpha val="20000"/>
            </a:srgb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62" name="Group 7"/>
          <p:cNvGrpSpPr/>
          <p:nvPr/>
        </p:nvGrpSpPr>
        <p:grpSpPr>
          <a:xfrm>
            <a:off x="5149440" y="1778400"/>
            <a:ext cx="2043720" cy="1587960"/>
            <a:chOff x="5149440" y="1778400"/>
            <a:chExt cx="2043720" cy="1587960"/>
          </a:xfrm>
        </p:grpSpPr>
        <p:pic>
          <p:nvPicPr>
            <p:cNvPr id="863" name="Google Shape;724;p45" descr=""/>
            <p:cNvPicPr/>
            <p:nvPr/>
          </p:nvPicPr>
          <p:blipFill>
            <a:blip r:embed="rId1"/>
            <a:stretch/>
          </p:blipFill>
          <p:spPr>
            <a:xfrm rot="16200000">
              <a:off x="5788080" y="1856880"/>
              <a:ext cx="1405080" cy="1404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4" name="Google Shape;725;p45" descr=""/>
            <p:cNvPicPr/>
            <p:nvPr/>
          </p:nvPicPr>
          <p:blipFill>
            <a:blip r:embed="rId2"/>
            <a:stretch/>
          </p:blipFill>
          <p:spPr>
            <a:xfrm>
              <a:off x="5149440" y="1778400"/>
              <a:ext cx="1586520" cy="158796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865" name="Google Shape;726;p45" descr=""/>
          <p:cNvPicPr/>
          <p:nvPr/>
        </p:nvPicPr>
        <p:blipFill>
          <a:blip r:embed="rId3">
            <a:alphaModFix amt="48000"/>
          </a:blip>
          <a:stretch/>
        </p:blipFill>
        <p:spPr>
          <a:xfrm flipH="1" rot="16200000">
            <a:off x="4571280" y="3709440"/>
            <a:ext cx="1144800" cy="1143720"/>
          </a:xfrm>
          <a:prstGeom prst="rect">
            <a:avLst/>
          </a:prstGeom>
          <a:ln w="0">
            <a:noFill/>
          </a:ln>
        </p:spPr>
      </p:pic>
      <p:grpSp>
        <p:nvGrpSpPr>
          <p:cNvPr id="866" name="Group 8"/>
          <p:cNvGrpSpPr/>
          <p:nvPr/>
        </p:nvGrpSpPr>
        <p:grpSpPr>
          <a:xfrm>
            <a:off x="5251320" y="3848400"/>
            <a:ext cx="325080" cy="324000"/>
            <a:chOff x="5251320" y="3848400"/>
            <a:chExt cx="325080" cy="324000"/>
          </a:xfrm>
        </p:grpSpPr>
        <p:sp>
          <p:nvSpPr>
            <p:cNvPr id="867" name="CustomShape 9"/>
            <p:cNvSpPr/>
            <p:nvPr/>
          </p:nvSpPr>
          <p:spPr>
            <a:xfrm rot="18900000">
              <a:off x="5270400" y="4058640"/>
              <a:ext cx="9432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8" name="CustomShape 10"/>
            <p:cNvSpPr/>
            <p:nvPr/>
          </p:nvSpPr>
          <p:spPr>
            <a:xfrm rot="18900000">
              <a:off x="5367240" y="3962520"/>
              <a:ext cx="93960" cy="9432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9" name="CustomShape 11"/>
            <p:cNvSpPr/>
            <p:nvPr/>
          </p:nvSpPr>
          <p:spPr>
            <a:xfrm rot="18900000">
              <a:off x="5463000" y="3867840"/>
              <a:ext cx="93960" cy="93960"/>
            </a:xfrm>
            <a:prstGeom prst="ellipse">
              <a:avLst/>
            </a:prstGeom>
            <a:noFill/>
            <a:ln w="9525">
              <a:solidFill>
                <a:schemeClr val="dk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70" name="Group 12"/>
          <p:cNvGrpSpPr/>
          <p:nvPr/>
        </p:nvGrpSpPr>
        <p:grpSpPr>
          <a:xfrm>
            <a:off x="878400" y="3036960"/>
            <a:ext cx="269280" cy="269640"/>
            <a:chOff x="878400" y="3036960"/>
            <a:chExt cx="269280" cy="269640"/>
          </a:xfrm>
        </p:grpSpPr>
        <p:sp>
          <p:nvSpPr>
            <p:cNvPr id="871" name="CustomShape 13"/>
            <p:cNvSpPr/>
            <p:nvPr/>
          </p:nvSpPr>
          <p:spPr>
            <a:xfrm>
              <a:off x="973080" y="3091320"/>
              <a:ext cx="83160" cy="162720"/>
            </a:xfrm>
            <a:custGeom>
              <a:avLst/>
              <a:gdLst/>
              <a:ahLst/>
              <a:rect l="l" t="t" r="r" b="b"/>
              <a:pathLst>
                <a:path w="6031" h="11558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2" name="CustomShape 14"/>
            <p:cNvSpPr/>
            <p:nvPr/>
          </p:nvSpPr>
          <p:spPr>
            <a:xfrm>
              <a:off x="878400" y="3036960"/>
              <a:ext cx="269280" cy="269640"/>
            </a:xfrm>
            <a:custGeom>
              <a:avLst/>
              <a:gdLst/>
              <a:ahLst/>
              <a:rect l="l" t="t" r="r" b="b"/>
              <a:pathLst>
                <a:path w="19066" h="19066">
                  <a:moveTo>
                    <a:pt x="10539" y="2681"/>
                  </a:moveTo>
                  <a:cubicBezTo>
                    <a:pt x="10846" y="2681"/>
                    <a:pt x="11059" y="2932"/>
                    <a:pt x="11059" y="3240"/>
                  </a:cubicBezTo>
                  <a:lnTo>
                    <a:pt x="11059" y="5362"/>
                  </a:lnTo>
                  <a:lnTo>
                    <a:pt x="13219" y="5362"/>
                  </a:lnTo>
                  <a:cubicBezTo>
                    <a:pt x="13528" y="5362"/>
                    <a:pt x="13778" y="5612"/>
                    <a:pt x="13778" y="5921"/>
                  </a:cubicBezTo>
                  <a:lnTo>
                    <a:pt x="13778" y="8601"/>
                  </a:lnTo>
                  <a:cubicBezTo>
                    <a:pt x="13778" y="8911"/>
                    <a:pt x="13528" y="9160"/>
                    <a:pt x="13219" y="9160"/>
                  </a:cubicBezTo>
                  <a:lnTo>
                    <a:pt x="11096" y="9160"/>
                  </a:lnTo>
                  <a:lnTo>
                    <a:pt x="11096" y="12161"/>
                  </a:lnTo>
                  <a:cubicBezTo>
                    <a:pt x="11096" y="12440"/>
                    <a:pt x="11121" y="12520"/>
                    <a:pt x="11133" y="12541"/>
                  </a:cubicBezTo>
                  <a:cubicBezTo>
                    <a:pt x="11140" y="12541"/>
                    <a:pt x="11234" y="12585"/>
                    <a:pt x="11520" y="12585"/>
                  </a:cubicBezTo>
                  <a:lnTo>
                    <a:pt x="13219" y="12585"/>
                  </a:lnTo>
                  <a:cubicBezTo>
                    <a:pt x="13528" y="12585"/>
                    <a:pt x="13741" y="12836"/>
                    <a:pt x="13741" y="13144"/>
                  </a:cubicBezTo>
                  <a:lnTo>
                    <a:pt x="13741" y="15826"/>
                  </a:lnTo>
                  <a:cubicBezTo>
                    <a:pt x="13741" y="16113"/>
                    <a:pt x="13560" y="16351"/>
                    <a:pt x="13273" y="16382"/>
                  </a:cubicBezTo>
                  <a:cubicBezTo>
                    <a:pt x="13236" y="16385"/>
                    <a:pt x="12341" y="16474"/>
                    <a:pt x="11342" y="16474"/>
                  </a:cubicBezTo>
                  <a:cubicBezTo>
                    <a:pt x="8564" y="16474"/>
                    <a:pt x="7298" y="14609"/>
                    <a:pt x="7298" y="12877"/>
                  </a:cubicBezTo>
                  <a:lnTo>
                    <a:pt x="7298" y="9160"/>
                  </a:lnTo>
                  <a:lnTo>
                    <a:pt x="6070" y="9160"/>
                  </a:lnTo>
                  <a:cubicBezTo>
                    <a:pt x="5760" y="9160"/>
                    <a:pt x="5511" y="8911"/>
                    <a:pt x="5511" y="8601"/>
                  </a:cubicBezTo>
                  <a:lnTo>
                    <a:pt x="5511" y="6100"/>
                  </a:lnTo>
                  <a:cubicBezTo>
                    <a:pt x="5511" y="5808"/>
                    <a:pt x="5734" y="5568"/>
                    <a:pt x="6024" y="5543"/>
                  </a:cubicBezTo>
                  <a:cubicBezTo>
                    <a:pt x="7535" y="5417"/>
                    <a:pt x="7797" y="4524"/>
                    <a:pt x="8000" y="3275"/>
                  </a:cubicBezTo>
                  <a:lnTo>
                    <a:pt x="8021" y="3148"/>
                  </a:lnTo>
                  <a:cubicBezTo>
                    <a:pt x="8066" y="2879"/>
                    <a:pt x="8299" y="2681"/>
                    <a:pt x="8571" y="2681"/>
                  </a:cubicBezTo>
                  <a:close/>
                  <a:moveTo>
                    <a:pt x="2794" y="1"/>
                  </a:moveTo>
                  <a:cubicBezTo>
                    <a:pt x="1253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3" y="19065"/>
                    <a:pt x="2794" y="19065"/>
                  </a:cubicBezTo>
                  <a:lnTo>
                    <a:pt x="16272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73" name="Group 15"/>
          <p:cNvGrpSpPr/>
          <p:nvPr/>
        </p:nvGrpSpPr>
        <p:grpSpPr>
          <a:xfrm>
            <a:off x="2601360" y="3036960"/>
            <a:ext cx="269280" cy="269640"/>
            <a:chOff x="2601360" y="3036960"/>
            <a:chExt cx="269280" cy="269640"/>
          </a:xfrm>
        </p:grpSpPr>
        <p:sp>
          <p:nvSpPr>
            <p:cNvPr id="874" name="CustomShape 16"/>
            <p:cNvSpPr/>
            <p:nvPr/>
          </p:nvSpPr>
          <p:spPr>
            <a:xfrm>
              <a:off x="2657520" y="3085200"/>
              <a:ext cx="12960" cy="12960"/>
            </a:xfrm>
            <a:custGeom>
              <a:avLst/>
              <a:gdLst/>
              <a:ahLst/>
              <a:rect l="l" t="t" r="r" b="b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5" name="CustomShape 17"/>
            <p:cNvSpPr/>
            <p:nvPr/>
          </p:nvSpPr>
          <p:spPr>
            <a:xfrm>
              <a:off x="2601360" y="3036960"/>
              <a:ext cx="269280" cy="269640"/>
            </a:xfrm>
            <a:custGeom>
              <a:avLst/>
              <a:gdLst/>
              <a:ahLst/>
              <a:rect l="l" t="t" r="r" b="b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6" name="CustomShape 18"/>
            <p:cNvSpPr/>
            <p:nvPr/>
          </p:nvSpPr>
          <p:spPr>
            <a:xfrm>
              <a:off x="2721600" y="3148920"/>
              <a:ext cx="92880" cy="109440"/>
            </a:xfrm>
            <a:custGeom>
              <a:avLst/>
              <a:gdLst/>
              <a:ahLst/>
              <a:rect l="l" t="t" r="r" b="b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7" name="CustomShape 19"/>
            <p:cNvSpPr/>
            <p:nvPr/>
          </p:nvSpPr>
          <p:spPr>
            <a:xfrm>
              <a:off x="2657520" y="3149280"/>
              <a:ext cx="12960" cy="109080"/>
            </a:xfrm>
            <a:custGeom>
              <a:avLst/>
              <a:gdLst/>
              <a:ahLst/>
              <a:rect l="l" t="t" r="r" b="b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78" name="Group 20"/>
          <p:cNvGrpSpPr/>
          <p:nvPr/>
        </p:nvGrpSpPr>
        <p:grpSpPr>
          <a:xfrm>
            <a:off x="1739880" y="3036960"/>
            <a:ext cx="269280" cy="269640"/>
            <a:chOff x="1739880" y="3036960"/>
            <a:chExt cx="269280" cy="269640"/>
          </a:xfrm>
        </p:grpSpPr>
        <p:sp>
          <p:nvSpPr>
            <p:cNvPr id="879" name="CustomShape 21"/>
            <p:cNvSpPr/>
            <p:nvPr/>
          </p:nvSpPr>
          <p:spPr>
            <a:xfrm>
              <a:off x="1788120" y="3085200"/>
              <a:ext cx="172440" cy="172800"/>
            </a:xfrm>
            <a:custGeom>
              <a:avLst/>
              <a:gdLst/>
              <a:ahLst/>
              <a:rect l="l" t="t" r="r" b="b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0" name="CustomShape 22"/>
            <p:cNvSpPr/>
            <p:nvPr/>
          </p:nvSpPr>
          <p:spPr>
            <a:xfrm>
              <a:off x="1836000" y="3133080"/>
              <a:ext cx="77040" cy="77040"/>
            </a:xfrm>
            <a:custGeom>
              <a:avLst/>
              <a:gdLst/>
              <a:ahLst/>
              <a:rect l="l" t="t" r="r" b="b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1" name="CustomShape 23"/>
            <p:cNvSpPr/>
            <p:nvPr/>
          </p:nvSpPr>
          <p:spPr>
            <a:xfrm>
              <a:off x="1739880" y="3036960"/>
              <a:ext cx="269280" cy="269640"/>
            </a:xfrm>
            <a:custGeom>
              <a:avLst/>
              <a:gdLst/>
              <a:ahLst/>
              <a:rect l="l" t="t" r="r" b="b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237e"/>
      </a:dk2>
      <a:lt2>
        <a:srgbClr val="0396d8"/>
      </a:lt2>
      <a:accent1>
        <a:srgbClr val="1851a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</TotalTime>
  <Application>LibreOffice/7.0.1.2$MacOSX_X86_64 LibreOffice_project/7cbcfc562f6eb6708b5ff7d7397325de9e764452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2025-10-15T08:28:06Z</dcterms:modified>
  <cp:revision>72</cp:revision>
  <dc:subject/>
  <dc:title/>
</cp:coreProperties>
</file>